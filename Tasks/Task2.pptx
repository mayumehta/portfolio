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6858000" cy="9144000"/>
  <p:embeddedFontLst>
    <p:embeddedFont>
      <p:font typeface="EB Garamond" panose="020B0604020202020204" charset="0"/>
      <p:regular r:id="rId10"/>
      <p:bold r:id="rId11"/>
      <p:italic r:id="rId12"/>
      <p:boldItalic r:id="rId13"/>
    </p:embeddedFont>
    <p:embeddedFont>
      <p:font typeface="Public Sans" panose="020B0604020202020204" charset="0"/>
      <p:regular r:id="rId14"/>
      <p:bold r:id="rId15"/>
      <p:italic r:id="rId16"/>
      <p:boldItalic r:id="rId17"/>
    </p:embeddedFont>
    <p:embeddedFont>
      <p:font typeface="Calibri" panose="020F0502020204030204" pitchFamily="34" charset="0"/>
      <p:regular r:id="rId18"/>
      <p:bold r:id="rId19"/>
      <p:italic r:id="rId20"/>
      <p:boldItalic r:id="rId21"/>
    </p:embeddedFont>
    <p:embeddedFont>
      <p:font typeface="EB Garamond Medium" panose="020B0604020202020204" charset="0"/>
      <p:regular r:id="rId22"/>
      <p:bold r:id="rId23"/>
      <p:italic r:id="rId24"/>
      <p:boldItalic r:id="rId25"/>
    </p:embeddedFont>
    <p:embeddedFont>
      <p:font typeface="Montserrat ExtraBold" panose="020B0604020202020204" charset="0"/>
      <p:bold r:id="rId26"/>
      <p:boldItalic r:id="rId27"/>
    </p:embeddedFont>
    <p:embeddedFont>
      <p:font typeface="EB Garamond SemiBold" panose="020B0604020202020204" charset="0"/>
      <p:regular r:id="rId28"/>
      <p:bold r:id="rId29"/>
      <p:italic r:id="rId30"/>
      <p:boldItalic r:id="rId3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395">
          <p15:clr>
            <a:srgbClr val="A4A3A4"/>
          </p15:clr>
        </p15:guide>
        <p15:guide id="2" pos="2880">
          <p15:clr>
            <a:srgbClr val="9AA0A6"/>
          </p15:clr>
        </p15:guide>
        <p15:guide id="3" orient="horz" pos="1429">
          <p15:clr>
            <a:srgbClr val="A4A3A4"/>
          </p15:clr>
        </p15:guide>
        <p15:guide id="4" pos="423">
          <p15:clr>
            <a:srgbClr val="A4A3A4"/>
          </p15:clr>
        </p15:guide>
        <p15:guide id="5" orient="horz" pos="158">
          <p15:clr>
            <a:srgbClr val="A4A3A4"/>
          </p15:clr>
        </p15:guide>
        <p15:guide id="6" orient="horz" pos="2787">
          <p15:clr>
            <a:srgbClr val="A4A3A4"/>
          </p15:clr>
        </p15:guide>
        <p15:guide id="7" pos="2001">
          <p15:clr>
            <a:srgbClr val="A4A3A4"/>
          </p15:clr>
        </p15:guide>
        <p15:guide id="8" pos="3388">
          <p15:clr>
            <a:srgbClr val="A4A3A4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2" roundtripDataSignature="AMtx7mjmOqaju3KqC6GOZhEm+vCnfKDAY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FB34F24-CCF5-4C2B-9C55-B4EA74F4B75A}">
  <a:tblStyle styleId="{AFB34F24-CCF5-4C2B-9C55-B4EA74F4B75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0" d="100"/>
          <a:sy n="100" d="100"/>
        </p:scale>
        <p:origin x="516" y="72"/>
      </p:cViewPr>
      <p:guideLst>
        <p:guide orient="horz" pos="2395"/>
        <p:guide pos="2880"/>
        <p:guide orient="horz" pos="1429"/>
        <p:guide pos="423"/>
        <p:guide orient="horz" pos="158"/>
        <p:guide orient="horz" pos="2787"/>
        <p:guide pos="2001"/>
        <p:guide pos="338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font" Target="fonts/font4.fntdata"/><Relationship Id="rId18" Type="http://schemas.openxmlformats.org/officeDocument/2006/relationships/font" Target="fonts/font9.fntdata"/><Relationship Id="rId26" Type="http://schemas.openxmlformats.org/officeDocument/2006/relationships/font" Target="fonts/font17.fntdata"/><Relationship Id="rId3" Type="http://schemas.openxmlformats.org/officeDocument/2006/relationships/slide" Target="slides/slide2.xml"/><Relationship Id="rId21" Type="http://schemas.openxmlformats.org/officeDocument/2006/relationships/font" Target="fonts/font12.fntdata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5" Type="http://schemas.openxmlformats.org/officeDocument/2006/relationships/font" Target="fonts/font16.fntdata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font" Target="fonts/font11.fntdata"/><Relationship Id="rId29" Type="http://schemas.openxmlformats.org/officeDocument/2006/relationships/font" Target="fonts/font2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24" Type="http://schemas.openxmlformats.org/officeDocument/2006/relationships/font" Target="fonts/font15.fntdata"/><Relationship Id="rId32" Type="http://customschemas.google.com/relationships/presentationmetadata" Target="meta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23" Type="http://schemas.openxmlformats.org/officeDocument/2006/relationships/font" Target="fonts/font14.fntdata"/><Relationship Id="rId28" Type="http://schemas.openxmlformats.org/officeDocument/2006/relationships/font" Target="fonts/font19.fntdata"/><Relationship Id="rId36" Type="http://schemas.openxmlformats.org/officeDocument/2006/relationships/tableStyles" Target="tableStyles.xml"/><Relationship Id="rId10" Type="http://schemas.openxmlformats.org/officeDocument/2006/relationships/font" Target="fonts/font1.fntdata"/><Relationship Id="rId19" Type="http://schemas.openxmlformats.org/officeDocument/2006/relationships/font" Target="fonts/font10.fntdata"/><Relationship Id="rId31" Type="http://schemas.openxmlformats.org/officeDocument/2006/relationships/font" Target="fonts/font22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Relationship Id="rId22" Type="http://schemas.openxmlformats.org/officeDocument/2006/relationships/font" Target="fonts/font13.fntdata"/><Relationship Id="rId27" Type="http://schemas.openxmlformats.org/officeDocument/2006/relationships/font" Target="fonts/font18.fntdata"/><Relationship Id="rId30" Type="http://schemas.openxmlformats.org/officeDocument/2006/relationships/font" Target="fonts/font21.fntdata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84604355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9" name="Google Shape;1829;p2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830" name="Google Shape;1830;p2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2545599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6" name="Google Shape;1836;p2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837" name="Google Shape;1837;p2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7576920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4" name="Google Shape;1844;g2139dc51b5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845" name="Google Shape;1845;g2139dc51b5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2754801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5" name="Google Shape;1855;g2139e008f0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856" name="Google Shape;1856;g2139e008f0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85911381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2" name="Google Shape;1862;g2139dc51b5f_0_18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63" name="Google Shape;1863;g2139dc51b5f_0_18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7865355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6" name="Google Shape;1876;p2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877" name="Google Shape;1877;p2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0983902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2" name="Google Shape;1882;p2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883" name="Google Shape;1883;p2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9904550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4.jp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/Relationships>
</file>

<file path=ppt/slideLayouts/_rels/slideLayout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/Relationships>
</file>

<file path=ppt/slideLayouts/_rels/slideLayout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/Relationships>
</file>

<file path=ppt/slideLayouts/_rels/slideLayout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/Relationships>
</file>

<file path=ppt/slideLayouts/_rels/slideLayout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/Relationships>
</file>

<file path=ppt/slideLayouts/_rels/slideLayout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/Relationships>
</file>

<file path=ppt/slideLayouts/_rels/slideLayout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0.jpg"/><Relationship Id="rId1" Type="http://schemas.openxmlformats.org/officeDocument/2006/relationships/slideMaster" Target="../slideMasters/slideMaster1.xml"/></Relationships>
</file>

<file path=ppt/slideLayouts/_rels/slideLayout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Master" Target="../slideMasters/slideMaster1.xml"/></Relationships>
</file>

<file path=ppt/slideLayouts/_rels/slideLayout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7.png"/></Relationships>
</file>

<file path=ppt/slideLayouts/_rels/slideLayout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8.png"/></Relationships>
</file>

<file path=ppt/slideLayouts/_rels/slideLayout1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7.png"/></Relationships>
</file>

<file path=ppt/slideLayouts/_rels/slideLayout1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8.png"/></Relationships>
</file>

<file path=ppt/slideLayouts/_rels/slideLayout1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9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Layouts/_rels/slideLayout1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2.png"/></Relationships>
</file>

<file path=ppt/slideLayouts/_rels/slideLayout1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33.jpg"/><Relationship Id="rId1" Type="http://schemas.openxmlformats.org/officeDocument/2006/relationships/slideMaster" Target="../slideMasters/slideMaster1.xml"/></Relationships>
</file>

<file path=ppt/slideLayouts/_rels/slideLayout1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34.jpg"/><Relationship Id="rId1" Type="http://schemas.openxmlformats.org/officeDocument/2006/relationships/slideMaster" Target="../slideMasters/slideMaster1.xml"/></Relationships>
</file>

<file path=ppt/slideLayouts/_rels/slideLayout1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34.jpg"/><Relationship Id="rId1" Type="http://schemas.openxmlformats.org/officeDocument/2006/relationships/slideMaster" Target="../slideMasters/slideMaster1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g"/><Relationship Id="rId2" Type="http://schemas.openxmlformats.org/officeDocument/2006/relationships/image" Target="../media/image35.png"/><Relationship Id="rId1" Type="http://schemas.openxmlformats.org/officeDocument/2006/relationships/slideMaster" Target="../slideMasters/slideMaster1.xml"/></Relationships>
</file>

<file path=ppt/slideLayouts/_rels/slideLayout1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g"/><Relationship Id="rId1" Type="http://schemas.openxmlformats.org/officeDocument/2006/relationships/slideMaster" Target="../slideMasters/slideMaster1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First page 2">
    <p:spTree>
      <p:nvGrpSpPr>
        <p:cNvPr id="1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oogle Shape;7;p214" descr="Diagram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4141"/>
            <a:ext cx="9144000" cy="513521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" name="Google Shape;8;p214"/>
          <p:cNvCxnSpPr/>
          <p:nvPr/>
        </p:nvCxnSpPr>
        <p:spPr>
          <a:xfrm>
            <a:off x="343814" y="3257405"/>
            <a:ext cx="527043" cy="0"/>
          </a:xfrm>
          <a:prstGeom prst="straightConnector1">
            <a:avLst/>
          </a:prstGeom>
          <a:noFill/>
          <a:ln w="28575" cap="flat" cmpd="sng">
            <a:solidFill>
              <a:srgbClr val="22366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9" name="Google Shape;9;p214"/>
          <p:cNvSpPr txBox="1">
            <a:spLocks noGrp="1"/>
          </p:cNvSpPr>
          <p:nvPr>
            <p:ph type="body" idx="1"/>
          </p:nvPr>
        </p:nvSpPr>
        <p:spPr>
          <a:xfrm>
            <a:off x="261254" y="2640951"/>
            <a:ext cx="3311679" cy="440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ontents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11;p215" descr="A picture containing person, computer, indoor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 r="11110"/>
          <a:stretch/>
        </p:blipFill>
        <p:spPr>
          <a:xfrm flipH="1">
            <a:off x="0" y="0"/>
            <a:ext cx="9144000" cy="514349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12;p215" descr="Shape&#10;&#10;Description automatically generated with low confidenc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"/>
            <a:ext cx="9143990" cy="514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215"/>
          <p:cNvSpPr/>
          <p:nvPr/>
        </p:nvSpPr>
        <p:spPr>
          <a:xfrm>
            <a:off x="0" y="638171"/>
            <a:ext cx="4734046" cy="4030832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68550" tIns="34275" rIns="68550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215"/>
          <p:cNvSpPr/>
          <p:nvPr/>
        </p:nvSpPr>
        <p:spPr>
          <a:xfrm>
            <a:off x="0" y="819942"/>
            <a:ext cx="144711" cy="32353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68550" tIns="34275" rIns="68550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p215"/>
          <p:cNvSpPr txBox="1">
            <a:spLocks noGrp="1"/>
          </p:cNvSpPr>
          <p:nvPr>
            <p:ph type="title"/>
          </p:nvPr>
        </p:nvSpPr>
        <p:spPr>
          <a:xfrm>
            <a:off x="144711" y="810810"/>
            <a:ext cx="3421450" cy="344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700" rIns="91425" bIns="45700" anchor="ctr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Public Sans"/>
              <a:buNone/>
              <a:defRPr sz="1700" b="1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" name="Google Shape;16;p215"/>
          <p:cNvSpPr txBox="1">
            <a:spLocks noGrp="1"/>
          </p:cNvSpPr>
          <p:nvPr>
            <p:ph type="body" idx="1"/>
          </p:nvPr>
        </p:nvSpPr>
        <p:spPr>
          <a:xfrm>
            <a:off x="144711" y="1295658"/>
            <a:ext cx="4343206" cy="30364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1_Caption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216" descr="Shape&#10;&#10;Description automatically generated with low confidenc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3990" cy="514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" name="Google Shape;19;p216"/>
          <p:cNvGrpSpPr/>
          <p:nvPr/>
        </p:nvGrpSpPr>
        <p:grpSpPr>
          <a:xfrm>
            <a:off x="270520" y="225967"/>
            <a:ext cx="175260" cy="4075443"/>
            <a:chOff x="270520" y="1140367"/>
            <a:chExt cx="175260" cy="4075443"/>
          </a:xfrm>
        </p:grpSpPr>
        <p:grpSp>
          <p:nvGrpSpPr>
            <p:cNvPr id="20" name="Google Shape;20;p216"/>
            <p:cNvGrpSpPr/>
            <p:nvPr/>
          </p:nvGrpSpPr>
          <p:grpSpPr>
            <a:xfrm>
              <a:off x="270520" y="3891468"/>
              <a:ext cx="175260" cy="1324342"/>
              <a:chOff x="129115" y="3948030"/>
              <a:chExt cx="175260" cy="1324342"/>
            </a:xfrm>
          </p:grpSpPr>
          <p:sp>
            <p:nvSpPr>
              <p:cNvPr id="21" name="Google Shape;21;p216"/>
              <p:cNvSpPr/>
              <p:nvPr/>
            </p:nvSpPr>
            <p:spPr>
              <a:xfrm>
                <a:off x="129115" y="3948030"/>
                <a:ext cx="175260" cy="373913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22" name="Google Shape;22;p216"/>
              <p:cNvCxnSpPr/>
              <p:nvPr/>
            </p:nvCxnSpPr>
            <p:spPr>
              <a:xfrm>
                <a:off x="216745" y="4159529"/>
                <a:ext cx="0" cy="1112843"/>
              </a:xfrm>
              <a:prstGeom prst="straightConnector1">
                <a:avLst/>
              </a:prstGeom>
              <a:noFill/>
              <a:ln w="12700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grpSp>
          <p:nvGrpSpPr>
            <p:cNvPr id="23" name="Google Shape;23;p216"/>
            <p:cNvGrpSpPr/>
            <p:nvPr/>
          </p:nvGrpSpPr>
          <p:grpSpPr>
            <a:xfrm>
              <a:off x="270520" y="1140367"/>
              <a:ext cx="175260" cy="2253464"/>
              <a:chOff x="129115" y="1196929"/>
              <a:chExt cx="175260" cy="2253464"/>
            </a:xfrm>
          </p:grpSpPr>
          <p:cxnSp>
            <p:nvCxnSpPr>
              <p:cNvPr id="24" name="Google Shape;24;p216"/>
              <p:cNvCxnSpPr/>
              <p:nvPr/>
            </p:nvCxnSpPr>
            <p:spPr>
              <a:xfrm>
                <a:off x="216745" y="1402852"/>
                <a:ext cx="0" cy="2047541"/>
              </a:xfrm>
              <a:prstGeom prst="straightConnector1">
                <a:avLst/>
              </a:prstGeom>
              <a:noFill/>
              <a:ln w="12700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25" name="Google Shape;25;p216"/>
              <p:cNvSpPr/>
              <p:nvPr/>
            </p:nvSpPr>
            <p:spPr>
              <a:xfrm>
                <a:off x="129115" y="1196929"/>
                <a:ext cx="175260" cy="373913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1_Section title and description 15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oogle Shape;27;p282" descr="Shape&#10;&#10;Description automatically generated with low confidenc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3990" cy="5143494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282"/>
          <p:cNvSpPr txBox="1">
            <a:spLocks noGrp="1"/>
          </p:cNvSpPr>
          <p:nvPr>
            <p:ph type="title"/>
          </p:nvPr>
        </p:nvSpPr>
        <p:spPr>
          <a:xfrm>
            <a:off x="135731" y="202405"/>
            <a:ext cx="7886700" cy="344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366A"/>
              </a:buClr>
              <a:buSzPts val="1700"/>
              <a:buFont typeface="Public Sans"/>
              <a:buNone/>
              <a:defRPr sz="1700" b="1" i="0" u="none" strike="noStrike" cap="none">
                <a:solidFill>
                  <a:srgbClr val="22366A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9" name="Google Shape;29;p282"/>
          <p:cNvSpPr/>
          <p:nvPr/>
        </p:nvSpPr>
        <p:spPr>
          <a:xfrm>
            <a:off x="0" y="202405"/>
            <a:ext cx="135731" cy="344091"/>
          </a:xfrm>
          <a:prstGeom prst="rect">
            <a:avLst/>
          </a:prstGeom>
          <a:solidFill>
            <a:srgbClr val="22366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0" name="Google Shape;30;p282"/>
          <p:cNvGrpSpPr/>
          <p:nvPr/>
        </p:nvGrpSpPr>
        <p:grpSpPr>
          <a:xfrm>
            <a:off x="2441263" y="1060409"/>
            <a:ext cx="4259386" cy="3399177"/>
            <a:chOff x="2441263" y="1068029"/>
            <a:chExt cx="4259386" cy="3399177"/>
          </a:xfrm>
        </p:grpSpPr>
        <p:pic>
          <p:nvPicPr>
            <p:cNvPr id="31" name="Google Shape;31;p282" descr="Icon&#10;&#10;Description automatically generated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2625376" y="1068029"/>
              <a:ext cx="3885072" cy="3371043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32" name="Google Shape;32;p282"/>
            <p:cNvGrpSpPr/>
            <p:nvPr/>
          </p:nvGrpSpPr>
          <p:grpSpPr>
            <a:xfrm>
              <a:off x="2441263" y="1089939"/>
              <a:ext cx="4259386" cy="3377267"/>
              <a:chOff x="2441263" y="1089939"/>
              <a:chExt cx="4259386" cy="3377267"/>
            </a:xfrm>
          </p:grpSpPr>
          <p:sp>
            <p:nvSpPr>
              <p:cNvPr id="33" name="Google Shape;33;p282"/>
              <p:cNvSpPr/>
              <p:nvPr/>
            </p:nvSpPr>
            <p:spPr>
              <a:xfrm>
                <a:off x="6618723" y="2315344"/>
                <a:ext cx="81926" cy="81926"/>
              </a:xfrm>
              <a:prstGeom prst="ellipse">
                <a:avLst/>
              </a:prstGeom>
              <a:solidFill>
                <a:srgbClr val="BC863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Public Sans"/>
                  <a:ea typeface="Public Sans"/>
                  <a:cs typeface="Public Sans"/>
                  <a:sym typeface="Public Sans"/>
                </a:endParaRPr>
              </a:p>
            </p:txBody>
          </p:sp>
          <p:sp>
            <p:nvSpPr>
              <p:cNvPr id="34" name="Google Shape;34;p282"/>
              <p:cNvSpPr/>
              <p:nvPr/>
            </p:nvSpPr>
            <p:spPr>
              <a:xfrm>
                <a:off x="6426200" y="3567533"/>
                <a:ext cx="81926" cy="81926"/>
              </a:xfrm>
              <a:prstGeom prst="ellipse">
                <a:avLst/>
              </a:prstGeom>
              <a:solidFill>
                <a:srgbClr val="03508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Public Sans"/>
                  <a:ea typeface="Public Sans"/>
                  <a:cs typeface="Public Sans"/>
                  <a:sym typeface="Public Sans"/>
                </a:endParaRPr>
              </a:p>
            </p:txBody>
          </p:sp>
          <p:sp>
            <p:nvSpPr>
              <p:cNvPr id="35" name="Google Shape;35;p282"/>
              <p:cNvSpPr/>
              <p:nvPr/>
            </p:nvSpPr>
            <p:spPr>
              <a:xfrm>
                <a:off x="5448688" y="4385279"/>
                <a:ext cx="81926" cy="81926"/>
              </a:xfrm>
              <a:prstGeom prst="ellipse">
                <a:avLst/>
              </a:prstGeom>
              <a:solidFill>
                <a:srgbClr val="BC863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Public Sans"/>
                  <a:ea typeface="Public Sans"/>
                  <a:cs typeface="Public Sans"/>
                  <a:sym typeface="Public Sans"/>
                </a:endParaRPr>
              </a:p>
            </p:txBody>
          </p:sp>
          <p:sp>
            <p:nvSpPr>
              <p:cNvPr id="36" name="Google Shape;36;p282"/>
              <p:cNvSpPr/>
              <p:nvPr/>
            </p:nvSpPr>
            <p:spPr>
              <a:xfrm>
                <a:off x="6444214" y="1089939"/>
                <a:ext cx="81926" cy="81926"/>
              </a:xfrm>
              <a:prstGeom prst="ellipse">
                <a:avLst/>
              </a:prstGeom>
              <a:solidFill>
                <a:srgbClr val="03508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Public Sans"/>
                  <a:ea typeface="Public Sans"/>
                  <a:cs typeface="Public Sans"/>
                  <a:sym typeface="Public Sans"/>
                </a:endParaRPr>
              </a:p>
            </p:txBody>
          </p:sp>
          <p:sp>
            <p:nvSpPr>
              <p:cNvPr id="37" name="Google Shape;37;p282"/>
              <p:cNvSpPr/>
              <p:nvPr/>
            </p:nvSpPr>
            <p:spPr>
              <a:xfrm>
                <a:off x="2441263" y="2315345"/>
                <a:ext cx="81926" cy="81926"/>
              </a:xfrm>
              <a:prstGeom prst="ellipse">
                <a:avLst/>
              </a:prstGeom>
              <a:solidFill>
                <a:srgbClr val="BC863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Public Sans"/>
                  <a:ea typeface="Public Sans"/>
                  <a:cs typeface="Public Sans"/>
                  <a:sym typeface="Public Sans"/>
                </a:endParaRPr>
              </a:p>
            </p:txBody>
          </p:sp>
          <p:sp>
            <p:nvSpPr>
              <p:cNvPr id="38" name="Google Shape;38;p282"/>
              <p:cNvSpPr/>
              <p:nvPr/>
            </p:nvSpPr>
            <p:spPr>
              <a:xfrm>
                <a:off x="2619761" y="3574306"/>
                <a:ext cx="81926" cy="81926"/>
              </a:xfrm>
              <a:prstGeom prst="ellipse">
                <a:avLst/>
              </a:prstGeom>
              <a:solidFill>
                <a:srgbClr val="03508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Public Sans"/>
                  <a:ea typeface="Public Sans"/>
                  <a:cs typeface="Public Sans"/>
                  <a:sym typeface="Public Sans"/>
                </a:endParaRPr>
              </a:p>
            </p:txBody>
          </p:sp>
          <p:sp>
            <p:nvSpPr>
              <p:cNvPr id="39" name="Google Shape;39;p282"/>
              <p:cNvSpPr/>
              <p:nvPr/>
            </p:nvSpPr>
            <p:spPr>
              <a:xfrm>
                <a:off x="3592732" y="4385280"/>
                <a:ext cx="81926" cy="81926"/>
              </a:xfrm>
              <a:prstGeom prst="ellipse">
                <a:avLst/>
              </a:prstGeom>
              <a:solidFill>
                <a:srgbClr val="BC863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Public Sans"/>
                  <a:ea typeface="Public Sans"/>
                  <a:cs typeface="Public Sans"/>
                  <a:sym typeface="Public Sans"/>
                </a:endParaRPr>
              </a:p>
            </p:txBody>
          </p:sp>
          <p:sp>
            <p:nvSpPr>
              <p:cNvPr id="40" name="Google Shape;40;p282"/>
              <p:cNvSpPr/>
              <p:nvPr/>
            </p:nvSpPr>
            <p:spPr>
              <a:xfrm>
                <a:off x="2619761" y="1096713"/>
                <a:ext cx="81926" cy="81926"/>
              </a:xfrm>
              <a:prstGeom prst="ellipse">
                <a:avLst/>
              </a:prstGeom>
              <a:solidFill>
                <a:srgbClr val="03508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Public Sans"/>
                  <a:ea typeface="Public Sans"/>
                  <a:cs typeface="Public Sans"/>
                  <a:sym typeface="Public Sans"/>
                </a:endParaRPr>
              </a:p>
            </p:txBody>
          </p:sp>
        </p:grpSp>
        <p:grpSp>
          <p:nvGrpSpPr>
            <p:cNvPr id="41" name="Google Shape;41;p282"/>
            <p:cNvGrpSpPr/>
            <p:nvPr/>
          </p:nvGrpSpPr>
          <p:grpSpPr>
            <a:xfrm>
              <a:off x="3551613" y="1402488"/>
              <a:ext cx="2053983" cy="2053983"/>
              <a:chOff x="3766548" y="1602249"/>
              <a:chExt cx="2053983" cy="2053983"/>
            </a:xfrm>
          </p:grpSpPr>
          <p:sp>
            <p:nvSpPr>
              <p:cNvPr id="42" name="Google Shape;42;p282"/>
              <p:cNvSpPr/>
              <p:nvPr/>
            </p:nvSpPr>
            <p:spPr>
              <a:xfrm>
                <a:off x="3766548" y="1602249"/>
                <a:ext cx="2053983" cy="2053983"/>
              </a:xfrm>
              <a:prstGeom prst="ellipse">
                <a:avLst/>
              </a:prstGeom>
              <a:solidFill>
                <a:srgbClr val="F2F2F2"/>
              </a:solidFill>
              <a:ln w="25400" cap="flat" cmpd="sng">
                <a:solidFill>
                  <a:srgbClr val="F2F2F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Public Sans"/>
                  <a:ea typeface="Public Sans"/>
                  <a:cs typeface="Public Sans"/>
                  <a:sym typeface="Public Sans"/>
                </a:endParaRPr>
              </a:p>
            </p:txBody>
          </p:sp>
          <p:sp>
            <p:nvSpPr>
              <p:cNvPr id="43" name="Google Shape;43;p282"/>
              <p:cNvSpPr/>
              <p:nvPr/>
            </p:nvSpPr>
            <p:spPr>
              <a:xfrm>
                <a:off x="3820905" y="1656606"/>
                <a:ext cx="1945269" cy="1945269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Public Sans"/>
                  <a:ea typeface="Public Sans"/>
                  <a:cs typeface="Public Sans"/>
                  <a:sym typeface="Public Sans"/>
                </a:endParaRPr>
              </a:p>
            </p:txBody>
          </p:sp>
        </p:grpSp>
      </p:grpSp>
      <p:sp>
        <p:nvSpPr>
          <p:cNvPr id="44" name="Google Shape;44;p282"/>
          <p:cNvSpPr txBox="1">
            <a:spLocks noGrp="1"/>
          </p:cNvSpPr>
          <p:nvPr>
            <p:ph type="body" idx="1"/>
          </p:nvPr>
        </p:nvSpPr>
        <p:spPr>
          <a:xfrm>
            <a:off x="3719246" y="2264415"/>
            <a:ext cx="1714750" cy="32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5" name="Google Shape;45;p282"/>
          <p:cNvSpPr txBox="1">
            <a:spLocks noGrp="1"/>
          </p:cNvSpPr>
          <p:nvPr>
            <p:ph type="body" idx="2"/>
          </p:nvPr>
        </p:nvSpPr>
        <p:spPr>
          <a:xfrm>
            <a:off x="817135" y="961109"/>
            <a:ext cx="1714750" cy="32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6" name="Google Shape;46;p282"/>
          <p:cNvSpPr txBox="1">
            <a:spLocks noGrp="1"/>
          </p:cNvSpPr>
          <p:nvPr>
            <p:ph type="body" idx="3"/>
          </p:nvPr>
        </p:nvSpPr>
        <p:spPr>
          <a:xfrm>
            <a:off x="633920" y="2188616"/>
            <a:ext cx="1714750" cy="32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7" name="Google Shape;47;p282"/>
          <p:cNvSpPr txBox="1">
            <a:spLocks noGrp="1"/>
          </p:cNvSpPr>
          <p:nvPr>
            <p:ph type="body" idx="4"/>
          </p:nvPr>
        </p:nvSpPr>
        <p:spPr>
          <a:xfrm>
            <a:off x="803908" y="3448851"/>
            <a:ext cx="1714750" cy="32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8" name="Google Shape;48;p282"/>
          <p:cNvSpPr txBox="1">
            <a:spLocks noGrp="1"/>
          </p:cNvSpPr>
          <p:nvPr>
            <p:ph type="body" idx="5"/>
          </p:nvPr>
        </p:nvSpPr>
        <p:spPr>
          <a:xfrm>
            <a:off x="1798245" y="4258551"/>
            <a:ext cx="1714750" cy="32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9" name="Google Shape;49;p282"/>
          <p:cNvSpPr txBox="1">
            <a:spLocks noGrp="1"/>
          </p:cNvSpPr>
          <p:nvPr>
            <p:ph type="body" idx="6"/>
          </p:nvPr>
        </p:nvSpPr>
        <p:spPr>
          <a:xfrm>
            <a:off x="6615516" y="961109"/>
            <a:ext cx="1714750" cy="32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0" name="Google Shape;50;p282"/>
          <p:cNvSpPr txBox="1">
            <a:spLocks noGrp="1"/>
          </p:cNvSpPr>
          <p:nvPr>
            <p:ph type="body" idx="7"/>
          </p:nvPr>
        </p:nvSpPr>
        <p:spPr>
          <a:xfrm>
            <a:off x="6787154" y="2188616"/>
            <a:ext cx="1714750" cy="32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1" name="Google Shape;51;p282"/>
          <p:cNvSpPr txBox="1">
            <a:spLocks noGrp="1"/>
          </p:cNvSpPr>
          <p:nvPr>
            <p:ph type="body" idx="8"/>
          </p:nvPr>
        </p:nvSpPr>
        <p:spPr>
          <a:xfrm>
            <a:off x="6602289" y="3448851"/>
            <a:ext cx="1714750" cy="32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2" name="Google Shape;52;p282"/>
          <p:cNvSpPr txBox="1">
            <a:spLocks noGrp="1"/>
          </p:cNvSpPr>
          <p:nvPr>
            <p:ph type="body" idx="9"/>
          </p:nvPr>
        </p:nvSpPr>
        <p:spPr>
          <a:xfrm>
            <a:off x="5584940" y="4258551"/>
            <a:ext cx="1714750" cy="32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1_Caption 2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217" descr="A computer on a table&#10;&#10;Description automatically generated with medium confidence"/>
          <p:cNvPicPr preferRelativeResize="0"/>
          <p:nvPr/>
        </p:nvPicPr>
        <p:blipFill rotWithShape="1">
          <a:blip r:embed="rId2">
            <a:alphaModFix/>
          </a:blip>
          <a:srcRect t="8552" r="1749" b="8552"/>
          <a:stretch/>
        </p:blipFill>
        <p:spPr>
          <a:xfrm>
            <a:off x="-1" y="-1"/>
            <a:ext cx="9144001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217" descr="Shape&#10;&#10;Description automatically generated with low confidenc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3990" cy="5143494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217"/>
          <p:cNvSpPr/>
          <p:nvPr/>
        </p:nvSpPr>
        <p:spPr>
          <a:xfrm>
            <a:off x="2240495" y="1407885"/>
            <a:ext cx="4811571" cy="76670"/>
          </a:xfrm>
          <a:prstGeom prst="rect">
            <a:avLst/>
          </a:prstGeom>
          <a:solidFill>
            <a:srgbClr val="F0C8C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7" name="Google Shape;57;p217" descr="Shape&#10;&#10;Description automatically generated with low confidence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692835" y="1785257"/>
            <a:ext cx="1181100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217"/>
          <p:cNvSpPr/>
          <p:nvPr/>
        </p:nvSpPr>
        <p:spPr>
          <a:xfrm>
            <a:off x="2233323" y="613458"/>
            <a:ext cx="4818743" cy="794427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217"/>
          <p:cNvSpPr txBox="1">
            <a:spLocks noGrp="1"/>
          </p:cNvSpPr>
          <p:nvPr>
            <p:ph type="body" idx="1"/>
          </p:nvPr>
        </p:nvSpPr>
        <p:spPr>
          <a:xfrm>
            <a:off x="2634216" y="802314"/>
            <a:ext cx="4016956" cy="449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1" i="1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0" name="Google Shape;60;p217"/>
          <p:cNvSpPr txBox="1">
            <a:spLocks noGrp="1"/>
          </p:cNvSpPr>
          <p:nvPr>
            <p:ph type="body" idx="2"/>
          </p:nvPr>
        </p:nvSpPr>
        <p:spPr>
          <a:xfrm>
            <a:off x="4079630" y="1996884"/>
            <a:ext cx="2722324" cy="449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D8738"/>
              </a:buClr>
              <a:buSzPts val="2000"/>
              <a:buFont typeface="Arial"/>
              <a:buNone/>
              <a:defRPr sz="1400" b="1" i="1" u="none" strike="noStrike" cap="none">
                <a:solidFill>
                  <a:schemeClr val="lt2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Thank you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oogle Shape;62;p218" descr="Graphical user interface, application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218" descr="Shape&#10;&#10;Description automatically generated with low confidenc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1_Caption lcJt8AR02Gc=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1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3"/>
              <a:buFont typeface="Arial"/>
              <a:buNone/>
            </a:pPr>
            <a:endParaRPr sz="1013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6" name="Google Shape;66;p311" descr="Shape&#10;&#10;Description automatically generated with low confidenc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311" descr="Graphical user interface&#10;&#10;Description automatically generated with low confidenc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2061" y="192491"/>
            <a:ext cx="7839878" cy="4758519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311"/>
          <p:cNvSpPr txBox="1">
            <a:spLocks noGrp="1"/>
          </p:cNvSpPr>
          <p:nvPr>
            <p:ph type="body" idx="1"/>
          </p:nvPr>
        </p:nvSpPr>
        <p:spPr>
          <a:xfrm>
            <a:off x="3087599" y="1365640"/>
            <a:ext cx="2968803" cy="450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D8738"/>
              </a:buClr>
              <a:buSzPts val="2100"/>
              <a:buFont typeface="Arial"/>
              <a:buNone/>
              <a:defRPr sz="1600" b="1" i="1" u="none" strike="noStrike" cap="none">
                <a:solidFill>
                  <a:srgbClr val="BD8738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cxnSp>
        <p:nvCxnSpPr>
          <p:cNvPr id="69" name="Google Shape;69;p311"/>
          <p:cNvCxnSpPr/>
          <p:nvPr/>
        </p:nvCxnSpPr>
        <p:spPr>
          <a:xfrm>
            <a:off x="4069889" y="1814037"/>
            <a:ext cx="987552" cy="0"/>
          </a:xfrm>
          <a:prstGeom prst="straightConnector1">
            <a:avLst/>
          </a:prstGeom>
          <a:noFill/>
          <a:ln w="19050" cap="flat" cmpd="sng">
            <a:solidFill>
              <a:srgbClr val="BD8738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70" name="Google Shape;70;p311"/>
          <p:cNvCxnSpPr/>
          <p:nvPr/>
        </p:nvCxnSpPr>
        <p:spPr>
          <a:xfrm>
            <a:off x="3996377" y="1814037"/>
            <a:ext cx="18658" cy="0"/>
          </a:xfrm>
          <a:prstGeom prst="straightConnector1">
            <a:avLst/>
          </a:prstGeom>
          <a:noFill/>
          <a:ln w="19050" cap="flat" cmpd="sng">
            <a:solidFill>
              <a:srgbClr val="BD8738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1" name="Google Shape;71;p311"/>
          <p:cNvCxnSpPr/>
          <p:nvPr/>
        </p:nvCxnSpPr>
        <p:spPr>
          <a:xfrm>
            <a:off x="4033133" y="1814037"/>
            <a:ext cx="18658" cy="0"/>
          </a:xfrm>
          <a:prstGeom prst="straightConnector1">
            <a:avLst/>
          </a:prstGeom>
          <a:noFill/>
          <a:ln w="19050" cap="flat" cmpd="sng">
            <a:solidFill>
              <a:srgbClr val="BD8738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2" name="Google Shape;72;p311"/>
          <p:cNvCxnSpPr/>
          <p:nvPr/>
        </p:nvCxnSpPr>
        <p:spPr>
          <a:xfrm>
            <a:off x="5075539" y="1814037"/>
            <a:ext cx="18658" cy="0"/>
          </a:xfrm>
          <a:prstGeom prst="straightConnector1">
            <a:avLst/>
          </a:prstGeom>
          <a:noFill/>
          <a:ln w="19050" cap="flat" cmpd="sng">
            <a:solidFill>
              <a:srgbClr val="BD8738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3" name="Google Shape;73;p311"/>
          <p:cNvCxnSpPr/>
          <p:nvPr/>
        </p:nvCxnSpPr>
        <p:spPr>
          <a:xfrm>
            <a:off x="5107533" y="1814037"/>
            <a:ext cx="18658" cy="0"/>
          </a:xfrm>
          <a:prstGeom prst="straightConnector1">
            <a:avLst/>
          </a:prstGeom>
          <a:noFill/>
          <a:ln w="19050" cap="flat" cmpd="sng">
            <a:solidFill>
              <a:srgbClr val="BD873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4" name="Google Shape;74;p311"/>
          <p:cNvSpPr txBox="1">
            <a:spLocks noGrp="1"/>
          </p:cNvSpPr>
          <p:nvPr>
            <p:ph type="body" idx="2"/>
          </p:nvPr>
        </p:nvSpPr>
        <p:spPr>
          <a:xfrm>
            <a:off x="2552700" y="2110157"/>
            <a:ext cx="4038600" cy="19919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and Content">
  <p:cSld name="Objectives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219"/>
          <p:cNvPicPr preferRelativeResize="0"/>
          <p:nvPr/>
        </p:nvPicPr>
        <p:blipFill rotWithShape="1">
          <a:blip r:embed="rId2">
            <a:alphaModFix amt="95000"/>
          </a:blip>
          <a:srcRect l="39364" r="3593"/>
          <a:stretch/>
        </p:blipFill>
        <p:spPr>
          <a:xfrm>
            <a:off x="4743084" y="0"/>
            <a:ext cx="4400917" cy="5143495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219" descr="Shape&#10;&#10;Description automatically generated with low confidenc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"/>
            <a:ext cx="9143990" cy="5143494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219"/>
          <p:cNvSpPr txBox="1">
            <a:spLocks noGrp="1"/>
          </p:cNvSpPr>
          <p:nvPr>
            <p:ph type="body" idx="1"/>
          </p:nvPr>
        </p:nvSpPr>
        <p:spPr>
          <a:xfrm>
            <a:off x="135732" y="756211"/>
            <a:ext cx="4436269" cy="3434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3175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  <a:defRPr sz="14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Symbols"/>
              <a:buChar char="▪"/>
              <a:defRPr sz="1500" b="0" i="0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Symbols"/>
              <a:buChar char="▪"/>
              <a:defRPr sz="1500" b="0" i="0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Symbols"/>
              <a:buChar char="▪"/>
              <a:defRPr sz="1500" b="0" i="0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Symbols"/>
              <a:buChar char="▪"/>
              <a:defRPr sz="1500" b="0" i="0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9" name="Google Shape;79;p219"/>
          <p:cNvSpPr txBox="1">
            <a:spLocks noGrp="1"/>
          </p:cNvSpPr>
          <p:nvPr>
            <p:ph type="body" idx="2"/>
          </p:nvPr>
        </p:nvSpPr>
        <p:spPr>
          <a:xfrm>
            <a:off x="135732" y="1194361"/>
            <a:ext cx="4265186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0" name="Google Shape;80;p219"/>
          <p:cNvSpPr txBox="1">
            <a:spLocks noGrp="1"/>
          </p:cNvSpPr>
          <p:nvPr>
            <p:ph type="title"/>
          </p:nvPr>
        </p:nvSpPr>
        <p:spPr>
          <a:xfrm>
            <a:off x="135731" y="202405"/>
            <a:ext cx="7886700" cy="344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366A"/>
              </a:buClr>
              <a:buSzPts val="1700"/>
              <a:buFont typeface="Public Sans"/>
              <a:buNone/>
              <a:defRPr sz="1700" b="1" i="0" u="none" strike="noStrike" cap="none">
                <a:solidFill>
                  <a:srgbClr val="22366A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1" name="Google Shape;81;p219"/>
          <p:cNvSpPr/>
          <p:nvPr/>
        </p:nvSpPr>
        <p:spPr>
          <a:xfrm>
            <a:off x="0" y="202405"/>
            <a:ext cx="135731" cy="344091"/>
          </a:xfrm>
          <a:prstGeom prst="rect">
            <a:avLst/>
          </a:prstGeom>
          <a:solidFill>
            <a:srgbClr val="22366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and Content">
  <p:cSld name="Objectives 2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220"/>
          <p:cNvPicPr preferRelativeResize="0"/>
          <p:nvPr/>
        </p:nvPicPr>
        <p:blipFill rotWithShape="1">
          <a:blip r:embed="rId2">
            <a:alphaModFix/>
          </a:blip>
          <a:srcRect l="16974" t="14937" r="19507" b="5408"/>
          <a:stretch/>
        </p:blipFill>
        <p:spPr>
          <a:xfrm>
            <a:off x="6412523" y="0"/>
            <a:ext cx="2731477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220" descr="Shape&#10;&#10;Description automatically generated with low confidenc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"/>
            <a:ext cx="9143990" cy="5143494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220"/>
          <p:cNvSpPr txBox="1">
            <a:spLocks noGrp="1"/>
          </p:cNvSpPr>
          <p:nvPr>
            <p:ph type="body" idx="1"/>
          </p:nvPr>
        </p:nvSpPr>
        <p:spPr>
          <a:xfrm>
            <a:off x="135732" y="756211"/>
            <a:ext cx="4436269" cy="3434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3175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  <a:defRPr sz="14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Symbols"/>
              <a:buChar char="▪"/>
              <a:defRPr sz="1500" b="0" i="0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Symbols"/>
              <a:buChar char="▪"/>
              <a:defRPr sz="1500" b="0" i="0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Symbols"/>
              <a:buChar char="▪"/>
              <a:defRPr sz="1500" b="0" i="0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Symbols"/>
              <a:buChar char="▪"/>
              <a:defRPr sz="1500" b="0" i="0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6" name="Google Shape;86;p220"/>
          <p:cNvSpPr txBox="1">
            <a:spLocks noGrp="1"/>
          </p:cNvSpPr>
          <p:nvPr>
            <p:ph type="body" idx="2"/>
          </p:nvPr>
        </p:nvSpPr>
        <p:spPr>
          <a:xfrm>
            <a:off x="135732" y="1194361"/>
            <a:ext cx="4265186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7" name="Google Shape;87;p220"/>
          <p:cNvSpPr txBox="1">
            <a:spLocks noGrp="1"/>
          </p:cNvSpPr>
          <p:nvPr>
            <p:ph type="title"/>
          </p:nvPr>
        </p:nvSpPr>
        <p:spPr>
          <a:xfrm>
            <a:off x="135731" y="202405"/>
            <a:ext cx="7886700" cy="344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366A"/>
              </a:buClr>
              <a:buSzPts val="1700"/>
              <a:buFont typeface="Public Sans"/>
              <a:buNone/>
              <a:defRPr sz="1700" b="1" i="0" u="none" strike="noStrike" cap="none">
                <a:solidFill>
                  <a:srgbClr val="22366A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8" name="Google Shape;88;p220"/>
          <p:cNvSpPr/>
          <p:nvPr/>
        </p:nvSpPr>
        <p:spPr>
          <a:xfrm>
            <a:off x="0" y="202405"/>
            <a:ext cx="135731" cy="344091"/>
          </a:xfrm>
          <a:prstGeom prst="rect">
            <a:avLst/>
          </a:prstGeom>
          <a:solidFill>
            <a:srgbClr val="22366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ontents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21"/>
          <p:cNvSpPr/>
          <p:nvPr/>
        </p:nvSpPr>
        <p:spPr>
          <a:xfrm>
            <a:off x="0" y="0"/>
            <a:ext cx="9143990" cy="5143494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1" name="Google Shape;91;p221" descr="Shape&#10;&#10;Description automatically generated with low confidenc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"/>
            <a:ext cx="9143990" cy="5143494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221"/>
          <p:cNvSpPr>
            <a:spLocks noGrp="1"/>
          </p:cNvSpPr>
          <p:nvPr>
            <p:ph type="pic" idx="2"/>
          </p:nvPr>
        </p:nvSpPr>
        <p:spPr>
          <a:xfrm>
            <a:off x="4983850" y="776920"/>
            <a:ext cx="4160150" cy="4050508"/>
          </a:xfrm>
          <a:prstGeom prst="rect">
            <a:avLst/>
          </a:prstGeom>
          <a:noFill/>
          <a:ln>
            <a:noFill/>
          </a:ln>
        </p:spPr>
      </p:sp>
      <p:sp>
        <p:nvSpPr>
          <p:cNvPr id="93" name="Google Shape;93;p221"/>
          <p:cNvSpPr txBox="1">
            <a:spLocks noGrp="1"/>
          </p:cNvSpPr>
          <p:nvPr>
            <p:ph type="body" idx="1"/>
          </p:nvPr>
        </p:nvSpPr>
        <p:spPr>
          <a:xfrm>
            <a:off x="135731" y="782881"/>
            <a:ext cx="4436267" cy="29128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4" name="Google Shape;94;p221"/>
          <p:cNvSpPr txBox="1">
            <a:spLocks noGrp="1"/>
          </p:cNvSpPr>
          <p:nvPr>
            <p:ph type="title"/>
          </p:nvPr>
        </p:nvSpPr>
        <p:spPr>
          <a:xfrm>
            <a:off x="135731" y="202405"/>
            <a:ext cx="7886700" cy="344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366A"/>
              </a:buClr>
              <a:buSzPts val="1700"/>
              <a:buFont typeface="Public Sans"/>
              <a:buNone/>
              <a:defRPr sz="1700" b="1" i="0" u="none" strike="noStrike" cap="none">
                <a:solidFill>
                  <a:srgbClr val="22366A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5" name="Google Shape;95;p221"/>
          <p:cNvSpPr/>
          <p:nvPr/>
        </p:nvSpPr>
        <p:spPr>
          <a:xfrm>
            <a:off x="0" y="202405"/>
            <a:ext cx="135731" cy="344091"/>
          </a:xfrm>
          <a:prstGeom prst="rect">
            <a:avLst/>
          </a:prstGeom>
          <a:solidFill>
            <a:srgbClr val="22366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ontents 3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222" descr="Shape&#10;&#10;Description automatically generated with low confidenc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"/>
            <a:ext cx="9143990" cy="5143494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222"/>
          <p:cNvSpPr>
            <a:spLocks noGrp="1"/>
          </p:cNvSpPr>
          <p:nvPr>
            <p:ph type="pic" idx="2"/>
          </p:nvPr>
        </p:nvSpPr>
        <p:spPr>
          <a:xfrm>
            <a:off x="4983850" y="776920"/>
            <a:ext cx="4160150" cy="4050508"/>
          </a:xfrm>
          <a:prstGeom prst="rect">
            <a:avLst/>
          </a:prstGeom>
          <a:noFill/>
          <a:ln>
            <a:noFill/>
          </a:ln>
        </p:spPr>
      </p:sp>
      <p:sp>
        <p:nvSpPr>
          <p:cNvPr id="99" name="Google Shape;99;p222"/>
          <p:cNvSpPr txBox="1">
            <a:spLocks noGrp="1"/>
          </p:cNvSpPr>
          <p:nvPr>
            <p:ph type="body" idx="1"/>
          </p:nvPr>
        </p:nvSpPr>
        <p:spPr>
          <a:xfrm>
            <a:off x="135731" y="782881"/>
            <a:ext cx="4436267" cy="29128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0" name="Google Shape;100;p222"/>
          <p:cNvSpPr txBox="1">
            <a:spLocks noGrp="1"/>
          </p:cNvSpPr>
          <p:nvPr>
            <p:ph type="title"/>
          </p:nvPr>
        </p:nvSpPr>
        <p:spPr>
          <a:xfrm>
            <a:off x="135731" y="202405"/>
            <a:ext cx="7886700" cy="344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366A"/>
              </a:buClr>
              <a:buSzPts val="1700"/>
              <a:buFont typeface="Public Sans"/>
              <a:buNone/>
              <a:defRPr sz="1700" b="1" i="0" u="none" strike="noStrike" cap="none">
                <a:solidFill>
                  <a:srgbClr val="22366A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1" name="Google Shape;101;p222"/>
          <p:cNvSpPr/>
          <p:nvPr/>
        </p:nvSpPr>
        <p:spPr>
          <a:xfrm>
            <a:off x="0" y="202405"/>
            <a:ext cx="135731" cy="344091"/>
          </a:xfrm>
          <a:prstGeom prst="rect">
            <a:avLst/>
          </a:prstGeom>
          <a:solidFill>
            <a:srgbClr val="22366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ontents 4"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3" name="Google Shape;103;p223"/>
          <p:cNvGrpSpPr/>
          <p:nvPr/>
        </p:nvGrpSpPr>
        <p:grpSpPr>
          <a:xfrm>
            <a:off x="0" y="1"/>
            <a:ext cx="9143999" cy="5143499"/>
            <a:chOff x="0" y="1"/>
            <a:chExt cx="9144000" cy="5143500"/>
          </a:xfrm>
        </p:grpSpPr>
        <p:sp>
          <p:nvSpPr>
            <p:cNvPr id="104" name="Google Shape;104;p223"/>
            <p:cNvSpPr/>
            <p:nvPr/>
          </p:nvSpPr>
          <p:spPr>
            <a:xfrm>
              <a:off x="0" y="1"/>
              <a:ext cx="9144000" cy="5143500"/>
            </a:xfrm>
            <a:prstGeom prst="rect">
              <a:avLst/>
            </a:prstGeom>
            <a:solidFill>
              <a:srgbClr val="F2F2F2">
                <a:alpha val="94117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50"/>
                <a:buFont typeface="Calibri"/>
                <a:buNone/>
              </a:pPr>
              <a:endParaRPr sz="1050" b="1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endParaRPr>
            </a:p>
          </p:txBody>
        </p:sp>
        <p:pic>
          <p:nvPicPr>
            <p:cNvPr id="105" name="Google Shape;105;p223" descr="A group of people in clothing&#10;&#10;Description automatically generated with medium confidence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2113280" y="456352"/>
              <a:ext cx="7030720" cy="4687147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06" name="Google Shape;106;p223" descr="Shape&#10;&#10;Description automatically generated with low confidenc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3990" cy="5143494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223"/>
          <p:cNvSpPr txBox="1">
            <a:spLocks noGrp="1"/>
          </p:cNvSpPr>
          <p:nvPr>
            <p:ph type="body" idx="1"/>
          </p:nvPr>
        </p:nvSpPr>
        <p:spPr>
          <a:xfrm>
            <a:off x="135731" y="782881"/>
            <a:ext cx="4436267" cy="29128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8" name="Google Shape;108;p223"/>
          <p:cNvSpPr txBox="1">
            <a:spLocks noGrp="1"/>
          </p:cNvSpPr>
          <p:nvPr>
            <p:ph type="title"/>
          </p:nvPr>
        </p:nvSpPr>
        <p:spPr>
          <a:xfrm>
            <a:off x="135731" y="202405"/>
            <a:ext cx="7886700" cy="344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366A"/>
              </a:buClr>
              <a:buSzPts val="1700"/>
              <a:buFont typeface="Public Sans"/>
              <a:buNone/>
              <a:defRPr sz="1700" b="1" i="0" u="none" strike="noStrike" cap="none">
                <a:solidFill>
                  <a:srgbClr val="22366A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9" name="Google Shape;109;p223"/>
          <p:cNvSpPr/>
          <p:nvPr/>
        </p:nvSpPr>
        <p:spPr>
          <a:xfrm>
            <a:off x="0" y="202405"/>
            <a:ext cx="135731" cy="344091"/>
          </a:xfrm>
          <a:prstGeom prst="rect">
            <a:avLst/>
          </a:prstGeom>
          <a:solidFill>
            <a:srgbClr val="22366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ontents 5"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2" name="Google Shape;112;p224" descr="Shape&#10;&#10;Description automatically generated with low confidenc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"/>
            <a:ext cx="9143990" cy="5143494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224"/>
          <p:cNvSpPr>
            <a:spLocks noGrp="1"/>
          </p:cNvSpPr>
          <p:nvPr>
            <p:ph type="pic" idx="2"/>
          </p:nvPr>
        </p:nvSpPr>
        <p:spPr>
          <a:xfrm>
            <a:off x="4734046" y="638171"/>
            <a:ext cx="4417249" cy="4030832"/>
          </a:xfrm>
          <a:prstGeom prst="rect">
            <a:avLst/>
          </a:prstGeom>
          <a:noFill/>
          <a:ln>
            <a:noFill/>
          </a:ln>
        </p:spPr>
      </p:sp>
      <p:sp>
        <p:nvSpPr>
          <p:cNvPr id="114" name="Google Shape;114;p224"/>
          <p:cNvSpPr/>
          <p:nvPr/>
        </p:nvSpPr>
        <p:spPr>
          <a:xfrm>
            <a:off x="0" y="638171"/>
            <a:ext cx="4734046" cy="4030832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68550" tIns="34275" rIns="68550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224"/>
          <p:cNvSpPr/>
          <p:nvPr/>
        </p:nvSpPr>
        <p:spPr>
          <a:xfrm>
            <a:off x="0" y="819942"/>
            <a:ext cx="144711" cy="32353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68550" tIns="34275" rIns="68550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224"/>
          <p:cNvSpPr txBox="1">
            <a:spLocks noGrp="1"/>
          </p:cNvSpPr>
          <p:nvPr>
            <p:ph type="title"/>
          </p:nvPr>
        </p:nvSpPr>
        <p:spPr>
          <a:xfrm>
            <a:off x="144711" y="810810"/>
            <a:ext cx="3421450" cy="344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700" rIns="91425" bIns="45700" anchor="ctr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Public Sans"/>
              <a:buNone/>
              <a:defRPr sz="1700" b="1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7" name="Google Shape;117;p224"/>
          <p:cNvSpPr txBox="1">
            <a:spLocks noGrp="1"/>
          </p:cNvSpPr>
          <p:nvPr>
            <p:ph type="body" idx="1"/>
          </p:nvPr>
        </p:nvSpPr>
        <p:spPr>
          <a:xfrm>
            <a:off x="144711" y="1295658"/>
            <a:ext cx="4343206" cy="30364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ontents 6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2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0" name="Google Shape;120;p225" descr="Shape&#10;&#10;Description automatically generated with low confidenc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"/>
            <a:ext cx="9143990" cy="5143494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225"/>
          <p:cNvSpPr>
            <a:spLocks noGrp="1"/>
          </p:cNvSpPr>
          <p:nvPr>
            <p:ph type="pic" idx="2"/>
          </p:nvPr>
        </p:nvSpPr>
        <p:spPr>
          <a:xfrm>
            <a:off x="4734046" y="638171"/>
            <a:ext cx="4417249" cy="4030832"/>
          </a:xfrm>
          <a:prstGeom prst="rect">
            <a:avLst/>
          </a:prstGeom>
          <a:noFill/>
          <a:ln>
            <a:noFill/>
          </a:ln>
        </p:spPr>
      </p:sp>
      <p:sp>
        <p:nvSpPr>
          <p:cNvPr id="122" name="Google Shape;122;p225"/>
          <p:cNvSpPr/>
          <p:nvPr/>
        </p:nvSpPr>
        <p:spPr>
          <a:xfrm>
            <a:off x="0" y="638171"/>
            <a:ext cx="4734046" cy="40308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68550" tIns="34275" rIns="68550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225"/>
          <p:cNvSpPr/>
          <p:nvPr/>
        </p:nvSpPr>
        <p:spPr>
          <a:xfrm>
            <a:off x="0" y="819942"/>
            <a:ext cx="144711" cy="32353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68550" tIns="34275" rIns="68550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225"/>
          <p:cNvSpPr txBox="1">
            <a:spLocks noGrp="1"/>
          </p:cNvSpPr>
          <p:nvPr>
            <p:ph type="title"/>
          </p:nvPr>
        </p:nvSpPr>
        <p:spPr>
          <a:xfrm>
            <a:off x="144711" y="810810"/>
            <a:ext cx="3421450" cy="344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700" rIns="91425" bIns="45700" anchor="ctr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Public Sans"/>
              <a:buNone/>
              <a:defRPr sz="1700" b="1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5" name="Google Shape;125;p225"/>
          <p:cNvSpPr txBox="1">
            <a:spLocks noGrp="1"/>
          </p:cNvSpPr>
          <p:nvPr>
            <p:ph type="body" idx="1"/>
          </p:nvPr>
        </p:nvSpPr>
        <p:spPr>
          <a:xfrm>
            <a:off x="144711" y="1295658"/>
            <a:ext cx="4343206" cy="30364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ontents 7"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2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8" name="Google Shape;128;p226" descr="Shape&#10;&#10;Description automatically generated with low confidenc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"/>
            <a:ext cx="9143990" cy="5143494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226"/>
          <p:cNvSpPr>
            <a:spLocks noGrp="1"/>
          </p:cNvSpPr>
          <p:nvPr>
            <p:ph type="pic" idx="2"/>
          </p:nvPr>
        </p:nvSpPr>
        <p:spPr>
          <a:xfrm>
            <a:off x="4734046" y="638171"/>
            <a:ext cx="4417249" cy="4030832"/>
          </a:xfrm>
          <a:prstGeom prst="rect">
            <a:avLst/>
          </a:prstGeom>
          <a:noFill/>
          <a:ln>
            <a:noFill/>
          </a:ln>
        </p:spPr>
      </p:sp>
      <p:sp>
        <p:nvSpPr>
          <p:cNvPr id="130" name="Google Shape;130;p226"/>
          <p:cNvSpPr/>
          <p:nvPr/>
        </p:nvSpPr>
        <p:spPr>
          <a:xfrm>
            <a:off x="0" y="638171"/>
            <a:ext cx="4734046" cy="40308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68550" tIns="34275" rIns="68550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226"/>
          <p:cNvSpPr/>
          <p:nvPr/>
        </p:nvSpPr>
        <p:spPr>
          <a:xfrm>
            <a:off x="0" y="819942"/>
            <a:ext cx="144711" cy="32353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68550" tIns="34275" rIns="68550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226"/>
          <p:cNvSpPr txBox="1">
            <a:spLocks noGrp="1"/>
          </p:cNvSpPr>
          <p:nvPr>
            <p:ph type="title"/>
          </p:nvPr>
        </p:nvSpPr>
        <p:spPr>
          <a:xfrm>
            <a:off x="144711" y="810810"/>
            <a:ext cx="3421450" cy="344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700" rIns="91425" bIns="45700" anchor="ctr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Public Sans"/>
              <a:buNone/>
              <a:defRPr sz="1700" b="1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3" name="Google Shape;133;p226"/>
          <p:cNvSpPr txBox="1">
            <a:spLocks noGrp="1"/>
          </p:cNvSpPr>
          <p:nvPr>
            <p:ph type="body" idx="1"/>
          </p:nvPr>
        </p:nvSpPr>
        <p:spPr>
          <a:xfrm>
            <a:off x="144711" y="1295658"/>
            <a:ext cx="4343206" cy="30364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1_Caption 3"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p227" descr="Shape&#10;&#10;Description automatically generated with low confidenc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"/>
            <a:ext cx="9143990" cy="5143494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227"/>
          <p:cNvSpPr txBox="1">
            <a:spLocks noGrp="1"/>
          </p:cNvSpPr>
          <p:nvPr>
            <p:ph type="title"/>
          </p:nvPr>
        </p:nvSpPr>
        <p:spPr>
          <a:xfrm>
            <a:off x="135731" y="202405"/>
            <a:ext cx="7886700" cy="344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366A"/>
              </a:buClr>
              <a:buSzPts val="1700"/>
              <a:buFont typeface="Public Sans"/>
              <a:buNone/>
              <a:defRPr sz="1700" b="1" i="0" u="none" strike="noStrike" cap="none">
                <a:solidFill>
                  <a:srgbClr val="22366A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7" name="Google Shape;137;p227"/>
          <p:cNvSpPr/>
          <p:nvPr/>
        </p:nvSpPr>
        <p:spPr>
          <a:xfrm>
            <a:off x="0" y="202405"/>
            <a:ext cx="135731" cy="344091"/>
          </a:xfrm>
          <a:prstGeom prst="rect">
            <a:avLst/>
          </a:prstGeom>
          <a:solidFill>
            <a:srgbClr val="22366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227"/>
          <p:cNvSpPr txBox="1">
            <a:spLocks noGrp="1"/>
          </p:cNvSpPr>
          <p:nvPr>
            <p:ph type="body" idx="1"/>
          </p:nvPr>
        </p:nvSpPr>
        <p:spPr>
          <a:xfrm>
            <a:off x="135731" y="782881"/>
            <a:ext cx="4436267" cy="29128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1_Caption 4"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228" descr="Shape&#10;&#10;Description automatically generated with low confidenc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"/>
            <a:ext cx="9143990" cy="5143494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228"/>
          <p:cNvSpPr txBox="1">
            <a:spLocks noGrp="1"/>
          </p:cNvSpPr>
          <p:nvPr>
            <p:ph type="title"/>
          </p:nvPr>
        </p:nvSpPr>
        <p:spPr>
          <a:xfrm>
            <a:off x="135731" y="202405"/>
            <a:ext cx="7886700" cy="344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366A"/>
              </a:buClr>
              <a:buSzPts val="1700"/>
              <a:buFont typeface="Public Sans"/>
              <a:buNone/>
              <a:defRPr sz="1700" b="1" i="0" u="none" strike="noStrike" cap="none">
                <a:solidFill>
                  <a:srgbClr val="22366A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2" name="Google Shape;142;p228"/>
          <p:cNvSpPr/>
          <p:nvPr/>
        </p:nvSpPr>
        <p:spPr>
          <a:xfrm>
            <a:off x="0" y="202405"/>
            <a:ext cx="135731" cy="344091"/>
          </a:xfrm>
          <a:prstGeom prst="rect">
            <a:avLst/>
          </a:prstGeom>
          <a:solidFill>
            <a:srgbClr val="22366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228"/>
          <p:cNvSpPr txBox="1">
            <a:spLocks noGrp="1"/>
          </p:cNvSpPr>
          <p:nvPr>
            <p:ph type="body" idx="1"/>
          </p:nvPr>
        </p:nvSpPr>
        <p:spPr>
          <a:xfrm>
            <a:off x="135731" y="782882"/>
            <a:ext cx="8762942" cy="3440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cxnSp>
        <p:nvCxnSpPr>
          <p:cNvPr id="144" name="Google Shape;144;p228"/>
          <p:cNvCxnSpPr/>
          <p:nvPr/>
        </p:nvCxnSpPr>
        <p:spPr>
          <a:xfrm>
            <a:off x="0" y="4984696"/>
            <a:ext cx="9143999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145" name="Google Shape;145;p228" descr="Application&#10;&#10;Description automatically generated with low confidenc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325914" y="1371153"/>
            <a:ext cx="4492172" cy="3617988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228"/>
          <p:cNvSpPr txBox="1">
            <a:spLocks noGrp="1"/>
          </p:cNvSpPr>
          <p:nvPr>
            <p:ph type="body" idx="2"/>
          </p:nvPr>
        </p:nvSpPr>
        <p:spPr>
          <a:xfrm>
            <a:off x="2552068" y="1886851"/>
            <a:ext cx="4094057" cy="3440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None/>
              <a:defRPr sz="1300" b="0" i="0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1_Caption 5"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229" descr="Shape&#10;&#10;Description automatically generated with low confidenc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"/>
            <a:ext cx="9143990" cy="5143494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229"/>
          <p:cNvSpPr txBox="1">
            <a:spLocks noGrp="1"/>
          </p:cNvSpPr>
          <p:nvPr>
            <p:ph type="title"/>
          </p:nvPr>
        </p:nvSpPr>
        <p:spPr>
          <a:xfrm>
            <a:off x="135731" y="202405"/>
            <a:ext cx="7886700" cy="344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366A"/>
              </a:buClr>
              <a:buSzPts val="1700"/>
              <a:buFont typeface="Public Sans"/>
              <a:buNone/>
              <a:defRPr sz="1700" b="1" i="0" u="none" strike="noStrike" cap="none">
                <a:solidFill>
                  <a:srgbClr val="22366A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0" name="Google Shape;150;p229"/>
          <p:cNvSpPr/>
          <p:nvPr/>
        </p:nvSpPr>
        <p:spPr>
          <a:xfrm>
            <a:off x="0" y="202405"/>
            <a:ext cx="135731" cy="344091"/>
          </a:xfrm>
          <a:prstGeom prst="rect">
            <a:avLst/>
          </a:prstGeom>
          <a:solidFill>
            <a:srgbClr val="22366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229"/>
          <p:cNvSpPr txBox="1">
            <a:spLocks noGrp="1"/>
          </p:cNvSpPr>
          <p:nvPr>
            <p:ph type="body" idx="1"/>
          </p:nvPr>
        </p:nvSpPr>
        <p:spPr>
          <a:xfrm>
            <a:off x="135731" y="782882"/>
            <a:ext cx="8762942" cy="3440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cxnSp>
        <p:nvCxnSpPr>
          <p:cNvPr id="152" name="Google Shape;152;p229"/>
          <p:cNvCxnSpPr/>
          <p:nvPr/>
        </p:nvCxnSpPr>
        <p:spPr>
          <a:xfrm>
            <a:off x="0" y="4984696"/>
            <a:ext cx="9143999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153" name="Google Shape;153;p229" descr="Application&#10;&#10;Description automatically generated with low confidenc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42441" y="1371153"/>
            <a:ext cx="4492172" cy="3617988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229"/>
          <p:cNvSpPr txBox="1">
            <a:spLocks noGrp="1"/>
          </p:cNvSpPr>
          <p:nvPr>
            <p:ph type="body" idx="2"/>
          </p:nvPr>
        </p:nvSpPr>
        <p:spPr>
          <a:xfrm>
            <a:off x="968595" y="1886851"/>
            <a:ext cx="4094057" cy="3440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None/>
              <a:defRPr sz="1300" b="0" i="0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1_Caption 6"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230" descr="Shape&#10;&#10;Description automatically generated with low confidenc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"/>
            <a:ext cx="9143990" cy="5143494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230"/>
          <p:cNvSpPr txBox="1">
            <a:spLocks noGrp="1"/>
          </p:cNvSpPr>
          <p:nvPr>
            <p:ph type="title"/>
          </p:nvPr>
        </p:nvSpPr>
        <p:spPr>
          <a:xfrm>
            <a:off x="135731" y="202405"/>
            <a:ext cx="7886700" cy="344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366A"/>
              </a:buClr>
              <a:buSzPts val="1700"/>
              <a:buFont typeface="Public Sans"/>
              <a:buNone/>
              <a:defRPr sz="1700" b="1" i="0" u="none" strike="noStrike" cap="none">
                <a:solidFill>
                  <a:srgbClr val="22366A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8" name="Google Shape;158;p230"/>
          <p:cNvSpPr/>
          <p:nvPr/>
        </p:nvSpPr>
        <p:spPr>
          <a:xfrm>
            <a:off x="0" y="202405"/>
            <a:ext cx="135731" cy="344091"/>
          </a:xfrm>
          <a:prstGeom prst="rect">
            <a:avLst/>
          </a:prstGeom>
          <a:solidFill>
            <a:srgbClr val="22366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230"/>
          <p:cNvSpPr txBox="1">
            <a:spLocks noGrp="1"/>
          </p:cNvSpPr>
          <p:nvPr>
            <p:ph type="body" idx="1"/>
          </p:nvPr>
        </p:nvSpPr>
        <p:spPr>
          <a:xfrm>
            <a:off x="135731" y="782882"/>
            <a:ext cx="8762942" cy="3440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cxnSp>
        <p:nvCxnSpPr>
          <p:cNvPr id="160" name="Google Shape;160;p230"/>
          <p:cNvCxnSpPr/>
          <p:nvPr/>
        </p:nvCxnSpPr>
        <p:spPr>
          <a:xfrm>
            <a:off x="0" y="4984696"/>
            <a:ext cx="9143999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161" name="Google Shape;161;p2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03135" y="1363361"/>
            <a:ext cx="5737730" cy="362175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230"/>
          <p:cNvSpPr txBox="1">
            <a:spLocks noGrp="1"/>
          </p:cNvSpPr>
          <p:nvPr>
            <p:ph type="body" idx="2"/>
          </p:nvPr>
        </p:nvSpPr>
        <p:spPr>
          <a:xfrm>
            <a:off x="2032052" y="1886850"/>
            <a:ext cx="5071275" cy="2161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None/>
              <a:defRPr sz="1300" b="0" i="0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1_Caption 7"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231" descr="Shape&#10;&#10;Description automatically generated with low confidenc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"/>
            <a:ext cx="9143990" cy="5143494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231"/>
          <p:cNvSpPr txBox="1">
            <a:spLocks noGrp="1"/>
          </p:cNvSpPr>
          <p:nvPr>
            <p:ph type="title"/>
          </p:nvPr>
        </p:nvSpPr>
        <p:spPr>
          <a:xfrm>
            <a:off x="135731" y="202405"/>
            <a:ext cx="7886700" cy="344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366A"/>
              </a:buClr>
              <a:buSzPts val="1700"/>
              <a:buFont typeface="Public Sans"/>
              <a:buNone/>
              <a:defRPr sz="1700" b="1" i="0" u="none" strike="noStrike" cap="none">
                <a:solidFill>
                  <a:srgbClr val="22366A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6" name="Google Shape;166;p231"/>
          <p:cNvSpPr/>
          <p:nvPr/>
        </p:nvSpPr>
        <p:spPr>
          <a:xfrm>
            <a:off x="0" y="202405"/>
            <a:ext cx="135731" cy="344091"/>
          </a:xfrm>
          <a:prstGeom prst="rect">
            <a:avLst/>
          </a:prstGeom>
          <a:solidFill>
            <a:srgbClr val="22366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231"/>
          <p:cNvSpPr txBox="1">
            <a:spLocks noGrp="1"/>
          </p:cNvSpPr>
          <p:nvPr>
            <p:ph type="body" idx="1"/>
          </p:nvPr>
        </p:nvSpPr>
        <p:spPr>
          <a:xfrm>
            <a:off x="135731" y="782882"/>
            <a:ext cx="8762942" cy="3440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cxnSp>
        <p:nvCxnSpPr>
          <p:cNvPr id="168" name="Google Shape;168;p231"/>
          <p:cNvCxnSpPr/>
          <p:nvPr/>
        </p:nvCxnSpPr>
        <p:spPr>
          <a:xfrm>
            <a:off x="0" y="4984696"/>
            <a:ext cx="9143999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169" name="Google Shape;169;p23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107222" y="1873493"/>
            <a:ext cx="4929556" cy="3111619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231"/>
          <p:cNvSpPr txBox="1">
            <a:spLocks noGrp="1"/>
          </p:cNvSpPr>
          <p:nvPr>
            <p:ph type="body" idx="2"/>
          </p:nvPr>
        </p:nvSpPr>
        <p:spPr>
          <a:xfrm>
            <a:off x="2377740" y="2303181"/>
            <a:ext cx="4379900" cy="1934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None/>
              <a:defRPr sz="1300" b="0" i="0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ontents 8"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2" name="Google Shape;172;p232" descr="Shape&#10;&#10;Description automatically generated with low confidenc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"/>
            <a:ext cx="9143990" cy="5143494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232"/>
          <p:cNvSpPr/>
          <p:nvPr/>
        </p:nvSpPr>
        <p:spPr>
          <a:xfrm>
            <a:off x="4109012" y="748626"/>
            <a:ext cx="327256" cy="3808292"/>
          </a:xfrm>
          <a:prstGeom prst="rect">
            <a:avLst/>
          </a:prstGeom>
          <a:noFill/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232"/>
          <p:cNvSpPr>
            <a:spLocks noGrp="1"/>
          </p:cNvSpPr>
          <p:nvPr>
            <p:ph type="pic" idx="2"/>
          </p:nvPr>
        </p:nvSpPr>
        <p:spPr>
          <a:xfrm>
            <a:off x="0" y="667604"/>
            <a:ext cx="4201610" cy="3970337"/>
          </a:xfrm>
          <a:prstGeom prst="rect">
            <a:avLst/>
          </a:prstGeom>
          <a:noFill/>
          <a:ln>
            <a:noFill/>
          </a:ln>
        </p:spPr>
      </p:sp>
      <p:sp>
        <p:nvSpPr>
          <p:cNvPr id="175" name="Google Shape;175;p232"/>
          <p:cNvSpPr/>
          <p:nvPr/>
        </p:nvSpPr>
        <p:spPr>
          <a:xfrm>
            <a:off x="4436268" y="973867"/>
            <a:ext cx="4707732" cy="51392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232"/>
          <p:cNvSpPr txBox="1">
            <a:spLocks noGrp="1"/>
          </p:cNvSpPr>
          <p:nvPr>
            <p:ph type="body" idx="1"/>
          </p:nvPr>
        </p:nvSpPr>
        <p:spPr>
          <a:xfrm>
            <a:off x="4572001" y="1644099"/>
            <a:ext cx="4436267" cy="29128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7" name="Google Shape;177;p232"/>
          <p:cNvSpPr txBox="1">
            <a:spLocks noGrp="1"/>
          </p:cNvSpPr>
          <p:nvPr>
            <p:ph type="title"/>
          </p:nvPr>
        </p:nvSpPr>
        <p:spPr>
          <a:xfrm>
            <a:off x="4572001" y="1058782"/>
            <a:ext cx="4436267" cy="344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700" rIns="91425" bIns="45700" anchor="ctr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Public Sans"/>
              <a:buNone/>
              <a:defRPr sz="1700" b="1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ontents 9"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" name="Google Shape;179;p233" descr="Shape&#10;&#10;Description automatically generated with low confidenc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"/>
            <a:ext cx="9143990" cy="5143494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233"/>
          <p:cNvSpPr/>
          <p:nvPr/>
        </p:nvSpPr>
        <p:spPr>
          <a:xfrm>
            <a:off x="4109012" y="748626"/>
            <a:ext cx="327256" cy="3808292"/>
          </a:xfrm>
          <a:prstGeom prst="rect">
            <a:avLst/>
          </a:prstGeom>
          <a:noFill/>
          <a:ln w="254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233"/>
          <p:cNvSpPr>
            <a:spLocks noGrp="1"/>
          </p:cNvSpPr>
          <p:nvPr>
            <p:ph type="pic" idx="2"/>
          </p:nvPr>
        </p:nvSpPr>
        <p:spPr>
          <a:xfrm>
            <a:off x="0" y="667604"/>
            <a:ext cx="4201610" cy="3970337"/>
          </a:xfrm>
          <a:prstGeom prst="rect">
            <a:avLst/>
          </a:prstGeom>
          <a:noFill/>
          <a:ln>
            <a:noFill/>
          </a:ln>
        </p:spPr>
      </p:sp>
      <p:sp>
        <p:nvSpPr>
          <p:cNvPr id="182" name="Google Shape;182;p233"/>
          <p:cNvSpPr/>
          <p:nvPr/>
        </p:nvSpPr>
        <p:spPr>
          <a:xfrm>
            <a:off x="4436268" y="973867"/>
            <a:ext cx="4707732" cy="51392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233"/>
          <p:cNvSpPr txBox="1">
            <a:spLocks noGrp="1"/>
          </p:cNvSpPr>
          <p:nvPr>
            <p:ph type="body" idx="1"/>
          </p:nvPr>
        </p:nvSpPr>
        <p:spPr>
          <a:xfrm>
            <a:off x="4572001" y="1644099"/>
            <a:ext cx="4436267" cy="29128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4" name="Google Shape;184;p233"/>
          <p:cNvSpPr txBox="1">
            <a:spLocks noGrp="1"/>
          </p:cNvSpPr>
          <p:nvPr>
            <p:ph type="title"/>
          </p:nvPr>
        </p:nvSpPr>
        <p:spPr>
          <a:xfrm>
            <a:off x="4572001" y="1058782"/>
            <a:ext cx="4436267" cy="344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700" rIns="91425" bIns="45700" anchor="ctr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Public Sans"/>
              <a:buNone/>
              <a:defRPr sz="1700" b="1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1_Caption 8"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34"/>
          <p:cNvSpPr/>
          <p:nvPr/>
        </p:nvSpPr>
        <p:spPr>
          <a:xfrm>
            <a:off x="4572000" y="0"/>
            <a:ext cx="4572000" cy="5143494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234" descr="Shape&#10;&#10;Description automatically generated with low confidence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234"/>
          <p:cNvSpPr>
            <a:spLocks noGrp="1"/>
          </p:cNvSpPr>
          <p:nvPr>
            <p:ph type="pic" idx="2"/>
          </p:nvPr>
        </p:nvSpPr>
        <p:spPr>
          <a:xfrm>
            <a:off x="1" y="0"/>
            <a:ext cx="4572000" cy="5143494"/>
          </a:xfrm>
          <a:prstGeom prst="rect">
            <a:avLst/>
          </a:prstGeom>
          <a:noFill/>
          <a:ln>
            <a:noFill/>
          </a:ln>
        </p:spPr>
      </p:sp>
      <p:sp>
        <p:nvSpPr>
          <p:cNvPr id="189" name="Google Shape;189;p234"/>
          <p:cNvSpPr txBox="1">
            <a:spLocks noGrp="1"/>
          </p:cNvSpPr>
          <p:nvPr>
            <p:ph type="title"/>
          </p:nvPr>
        </p:nvSpPr>
        <p:spPr>
          <a:xfrm>
            <a:off x="5088537" y="656889"/>
            <a:ext cx="3538916" cy="344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2366A"/>
              </a:buClr>
              <a:buSzPts val="1700"/>
              <a:buFont typeface="Public Sans"/>
              <a:buNone/>
              <a:defRPr sz="1700" b="1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0" name="Google Shape;190;p234"/>
          <p:cNvSpPr/>
          <p:nvPr/>
        </p:nvSpPr>
        <p:spPr>
          <a:xfrm>
            <a:off x="4879819" y="656889"/>
            <a:ext cx="90534" cy="34409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234"/>
          <p:cNvSpPr/>
          <p:nvPr/>
        </p:nvSpPr>
        <p:spPr>
          <a:xfrm>
            <a:off x="4241543" y="1368179"/>
            <a:ext cx="660903" cy="660903"/>
          </a:xfrm>
          <a:prstGeom prst="ellipse">
            <a:avLst/>
          </a:prstGeom>
          <a:solidFill>
            <a:schemeClr val="lt2"/>
          </a:solidFill>
          <a:ln w="25400" cap="flat" cmpd="sng">
            <a:solidFill>
              <a:srgbClr val="F2F2F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234"/>
          <p:cNvSpPr>
            <a:spLocks noGrp="1"/>
          </p:cNvSpPr>
          <p:nvPr>
            <p:ph type="pic" idx="3"/>
          </p:nvPr>
        </p:nvSpPr>
        <p:spPr>
          <a:xfrm>
            <a:off x="4408678" y="1539292"/>
            <a:ext cx="318677" cy="318677"/>
          </a:xfrm>
          <a:prstGeom prst="rect">
            <a:avLst/>
          </a:prstGeom>
          <a:noFill/>
          <a:ln>
            <a:noFill/>
          </a:ln>
        </p:spPr>
      </p:sp>
      <p:sp>
        <p:nvSpPr>
          <p:cNvPr id="193" name="Google Shape;193;p234"/>
          <p:cNvSpPr txBox="1">
            <a:spLocks noGrp="1"/>
          </p:cNvSpPr>
          <p:nvPr>
            <p:ph type="body" idx="1"/>
          </p:nvPr>
        </p:nvSpPr>
        <p:spPr>
          <a:xfrm>
            <a:off x="5088537" y="1539292"/>
            <a:ext cx="3538916" cy="12561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4" name="Google Shape;194;p234"/>
          <p:cNvSpPr/>
          <p:nvPr/>
        </p:nvSpPr>
        <p:spPr>
          <a:xfrm>
            <a:off x="4241543" y="2951688"/>
            <a:ext cx="660903" cy="660903"/>
          </a:xfrm>
          <a:prstGeom prst="ellipse">
            <a:avLst/>
          </a:prstGeom>
          <a:solidFill>
            <a:schemeClr val="lt2"/>
          </a:solidFill>
          <a:ln w="25400" cap="flat" cmpd="sng">
            <a:solidFill>
              <a:srgbClr val="F2F2F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234"/>
          <p:cNvSpPr>
            <a:spLocks noGrp="1"/>
          </p:cNvSpPr>
          <p:nvPr>
            <p:ph type="pic" idx="4"/>
          </p:nvPr>
        </p:nvSpPr>
        <p:spPr>
          <a:xfrm>
            <a:off x="4408678" y="3122801"/>
            <a:ext cx="318677" cy="318677"/>
          </a:xfrm>
          <a:prstGeom prst="rect">
            <a:avLst/>
          </a:prstGeom>
          <a:noFill/>
          <a:ln>
            <a:noFill/>
          </a:ln>
        </p:spPr>
      </p:sp>
      <p:sp>
        <p:nvSpPr>
          <p:cNvPr id="196" name="Google Shape;196;p234"/>
          <p:cNvSpPr txBox="1">
            <a:spLocks noGrp="1"/>
          </p:cNvSpPr>
          <p:nvPr>
            <p:ph type="body" idx="5"/>
          </p:nvPr>
        </p:nvSpPr>
        <p:spPr>
          <a:xfrm>
            <a:off x="5088537" y="3122801"/>
            <a:ext cx="3538916" cy="12561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1_Caption 9"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35"/>
          <p:cNvSpPr/>
          <p:nvPr/>
        </p:nvSpPr>
        <p:spPr>
          <a:xfrm>
            <a:off x="4572000" y="0"/>
            <a:ext cx="4572000" cy="5143494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235" descr="Shape&#10;&#10;Description automatically generated with low confidence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235"/>
          <p:cNvSpPr>
            <a:spLocks noGrp="1"/>
          </p:cNvSpPr>
          <p:nvPr>
            <p:ph type="pic" idx="2"/>
          </p:nvPr>
        </p:nvSpPr>
        <p:spPr>
          <a:xfrm>
            <a:off x="1" y="0"/>
            <a:ext cx="4572000" cy="5143494"/>
          </a:xfrm>
          <a:prstGeom prst="rect">
            <a:avLst/>
          </a:prstGeom>
          <a:noFill/>
          <a:ln>
            <a:noFill/>
          </a:ln>
        </p:spPr>
      </p:sp>
      <p:sp>
        <p:nvSpPr>
          <p:cNvPr id="201" name="Google Shape;201;p235"/>
          <p:cNvSpPr txBox="1">
            <a:spLocks noGrp="1"/>
          </p:cNvSpPr>
          <p:nvPr>
            <p:ph type="title"/>
          </p:nvPr>
        </p:nvSpPr>
        <p:spPr>
          <a:xfrm>
            <a:off x="5088537" y="656889"/>
            <a:ext cx="3538916" cy="344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2366A"/>
              </a:buClr>
              <a:buSzPts val="1700"/>
              <a:buFont typeface="Public Sans"/>
              <a:buNone/>
              <a:defRPr sz="1700" b="1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2" name="Google Shape;202;p235"/>
          <p:cNvSpPr/>
          <p:nvPr/>
        </p:nvSpPr>
        <p:spPr>
          <a:xfrm>
            <a:off x="4879819" y="656889"/>
            <a:ext cx="90534" cy="34409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235"/>
          <p:cNvSpPr/>
          <p:nvPr/>
        </p:nvSpPr>
        <p:spPr>
          <a:xfrm>
            <a:off x="4241543" y="1368179"/>
            <a:ext cx="660903" cy="660903"/>
          </a:xfrm>
          <a:prstGeom prst="ellipse">
            <a:avLst/>
          </a:prstGeom>
          <a:solidFill>
            <a:schemeClr val="accent4"/>
          </a:solidFill>
          <a:ln w="25400" cap="flat" cmpd="sng">
            <a:solidFill>
              <a:srgbClr val="F2F2F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235"/>
          <p:cNvSpPr>
            <a:spLocks noGrp="1"/>
          </p:cNvSpPr>
          <p:nvPr>
            <p:ph type="pic" idx="3"/>
          </p:nvPr>
        </p:nvSpPr>
        <p:spPr>
          <a:xfrm>
            <a:off x="4408678" y="1539292"/>
            <a:ext cx="318677" cy="318677"/>
          </a:xfrm>
          <a:prstGeom prst="rect">
            <a:avLst/>
          </a:prstGeom>
          <a:noFill/>
          <a:ln>
            <a:noFill/>
          </a:ln>
        </p:spPr>
      </p:sp>
      <p:sp>
        <p:nvSpPr>
          <p:cNvPr id="205" name="Google Shape;205;p235"/>
          <p:cNvSpPr txBox="1">
            <a:spLocks noGrp="1"/>
          </p:cNvSpPr>
          <p:nvPr>
            <p:ph type="body" idx="1"/>
          </p:nvPr>
        </p:nvSpPr>
        <p:spPr>
          <a:xfrm>
            <a:off x="5088537" y="1539292"/>
            <a:ext cx="3538916" cy="12561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6" name="Google Shape;206;p235"/>
          <p:cNvSpPr/>
          <p:nvPr/>
        </p:nvSpPr>
        <p:spPr>
          <a:xfrm>
            <a:off x="4241543" y="2951688"/>
            <a:ext cx="660903" cy="660903"/>
          </a:xfrm>
          <a:prstGeom prst="ellipse">
            <a:avLst/>
          </a:prstGeom>
          <a:solidFill>
            <a:schemeClr val="accent4"/>
          </a:solidFill>
          <a:ln w="25400" cap="flat" cmpd="sng">
            <a:solidFill>
              <a:srgbClr val="F2F2F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235"/>
          <p:cNvSpPr>
            <a:spLocks noGrp="1"/>
          </p:cNvSpPr>
          <p:nvPr>
            <p:ph type="pic" idx="4"/>
          </p:nvPr>
        </p:nvSpPr>
        <p:spPr>
          <a:xfrm>
            <a:off x="4408678" y="3122801"/>
            <a:ext cx="318677" cy="318677"/>
          </a:xfrm>
          <a:prstGeom prst="rect">
            <a:avLst/>
          </a:prstGeom>
          <a:noFill/>
          <a:ln>
            <a:noFill/>
          </a:ln>
        </p:spPr>
      </p:sp>
      <p:sp>
        <p:nvSpPr>
          <p:cNvPr id="208" name="Google Shape;208;p235"/>
          <p:cNvSpPr txBox="1">
            <a:spLocks noGrp="1"/>
          </p:cNvSpPr>
          <p:nvPr>
            <p:ph type="body" idx="5"/>
          </p:nvPr>
        </p:nvSpPr>
        <p:spPr>
          <a:xfrm>
            <a:off x="5088537" y="3122801"/>
            <a:ext cx="3538916" cy="12561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1_Caption 10"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0" name="Google Shape;210;p236" descr="Shape&#10;&#10;Description automatically generated with low confidenc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3990" cy="514349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1" name="Google Shape;211;p236"/>
          <p:cNvGrpSpPr/>
          <p:nvPr/>
        </p:nvGrpSpPr>
        <p:grpSpPr>
          <a:xfrm>
            <a:off x="4107305" y="941707"/>
            <a:ext cx="284686" cy="3999388"/>
            <a:chOff x="4107305" y="941707"/>
            <a:chExt cx="284686" cy="3999388"/>
          </a:xfrm>
        </p:grpSpPr>
        <p:sp>
          <p:nvSpPr>
            <p:cNvPr id="212" name="Google Shape;212;p236"/>
            <p:cNvSpPr/>
            <p:nvPr/>
          </p:nvSpPr>
          <p:spPr>
            <a:xfrm>
              <a:off x="4183432" y="1262627"/>
              <a:ext cx="208559" cy="3357548"/>
            </a:xfrm>
            <a:prstGeom prst="rect">
              <a:avLst/>
            </a:prstGeom>
            <a:solidFill>
              <a:srgbClr val="C4CFE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" name="Google Shape;213;p236"/>
            <p:cNvSpPr/>
            <p:nvPr/>
          </p:nvSpPr>
          <p:spPr>
            <a:xfrm>
              <a:off x="4112338" y="1097990"/>
              <a:ext cx="208559" cy="3686822"/>
            </a:xfrm>
            <a:prstGeom prst="rect">
              <a:avLst/>
            </a:prstGeom>
            <a:solidFill>
              <a:srgbClr val="5575C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" name="Google Shape;214;p236"/>
            <p:cNvSpPr/>
            <p:nvPr/>
          </p:nvSpPr>
          <p:spPr>
            <a:xfrm>
              <a:off x="4107305" y="941707"/>
              <a:ext cx="142497" cy="3999388"/>
            </a:xfrm>
            <a:prstGeom prst="rect">
              <a:avLst/>
            </a:prstGeom>
            <a:solidFill>
              <a:srgbClr val="22366A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15" name="Google Shape;215;p236"/>
          <p:cNvSpPr>
            <a:spLocks noGrp="1"/>
          </p:cNvSpPr>
          <p:nvPr>
            <p:ph type="pic" idx="2"/>
          </p:nvPr>
        </p:nvSpPr>
        <p:spPr>
          <a:xfrm>
            <a:off x="219360" y="856040"/>
            <a:ext cx="3958630" cy="4287460"/>
          </a:xfrm>
          <a:prstGeom prst="rect">
            <a:avLst/>
          </a:prstGeom>
          <a:noFill/>
          <a:ln>
            <a:noFill/>
          </a:ln>
        </p:spPr>
      </p:sp>
      <p:sp>
        <p:nvSpPr>
          <p:cNvPr id="216" name="Google Shape;216;p236"/>
          <p:cNvSpPr txBox="1">
            <a:spLocks noGrp="1"/>
          </p:cNvSpPr>
          <p:nvPr>
            <p:ph type="body" idx="1"/>
          </p:nvPr>
        </p:nvSpPr>
        <p:spPr>
          <a:xfrm>
            <a:off x="4524864" y="1268948"/>
            <a:ext cx="4399775" cy="33449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7" name="Google Shape;217;p236"/>
          <p:cNvSpPr txBox="1">
            <a:spLocks noGrp="1"/>
          </p:cNvSpPr>
          <p:nvPr>
            <p:ph type="title"/>
          </p:nvPr>
        </p:nvSpPr>
        <p:spPr>
          <a:xfrm>
            <a:off x="135731" y="202405"/>
            <a:ext cx="7886700" cy="344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366A"/>
              </a:buClr>
              <a:buSzPts val="1700"/>
              <a:buFont typeface="Public Sans"/>
              <a:buNone/>
              <a:defRPr sz="1700" b="1" i="0" u="none" strike="noStrike" cap="none">
                <a:solidFill>
                  <a:srgbClr val="22366A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8" name="Google Shape;218;p236"/>
          <p:cNvSpPr/>
          <p:nvPr/>
        </p:nvSpPr>
        <p:spPr>
          <a:xfrm>
            <a:off x="0" y="202405"/>
            <a:ext cx="135731" cy="344091"/>
          </a:xfrm>
          <a:prstGeom prst="rect">
            <a:avLst/>
          </a:prstGeom>
          <a:solidFill>
            <a:srgbClr val="22366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2_Title Slide"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" name="Google Shape;220;p237" descr="Shape&#10;&#10;Description automatically generated with low confidenc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3990" cy="5143494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37"/>
          <p:cNvSpPr>
            <a:spLocks noGrp="1"/>
          </p:cNvSpPr>
          <p:nvPr>
            <p:ph type="pic" idx="2"/>
          </p:nvPr>
        </p:nvSpPr>
        <p:spPr>
          <a:xfrm>
            <a:off x="4572000" y="0"/>
            <a:ext cx="4571990" cy="5143494"/>
          </a:xfrm>
          <a:prstGeom prst="rect">
            <a:avLst/>
          </a:prstGeom>
          <a:noFill/>
          <a:ln>
            <a:noFill/>
          </a:ln>
        </p:spPr>
      </p:sp>
      <p:sp>
        <p:nvSpPr>
          <p:cNvPr id="222" name="Google Shape;222;p237"/>
          <p:cNvSpPr/>
          <p:nvPr/>
        </p:nvSpPr>
        <p:spPr>
          <a:xfrm>
            <a:off x="-1" y="1178120"/>
            <a:ext cx="4781551" cy="3333750"/>
          </a:xfrm>
          <a:prstGeom prst="rect">
            <a:avLst/>
          </a:prstGeom>
          <a:solidFill>
            <a:srgbClr val="C4CFEE">
              <a:alpha val="2000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237"/>
          <p:cNvSpPr txBox="1">
            <a:spLocks noGrp="1"/>
          </p:cNvSpPr>
          <p:nvPr>
            <p:ph type="body" idx="1"/>
          </p:nvPr>
        </p:nvSpPr>
        <p:spPr>
          <a:xfrm>
            <a:off x="135731" y="1388586"/>
            <a:ext cx="4436267" cy="29128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4" name="Google Shape;224;p237"/>
          <p:cNvSpPr txBox="1">
            <a:spLocks noGrp="1"/>
          </p:cNvSpPr>
          <p:nvPr>
            <p:ph type="title"/>
          </p:nvPr>
        </p:nvSpPr>
        <p:spPr>
          <a:xfrm>
            <a:off x="135731" y="202405"/>
            <a:ext cx="7886700" cy="344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366A"/>
              </a:buClr>
              <a:buSzPts val="1700"/>
              <a:buFont typeface="Public Sans"/>
              <a:buNone/>
              <a:defRPr sz="1700" b="1" i="0" u="none" strike="noStrike" cap="none">
                <a:solidFill>
                  <a:srgbClr val="22366A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5" name="Google Shape;225;p237"/>
          <p:cNvSpPr/>
          <p:nvPr/>
        </p:nvSpPr>
        <p:spPr>
          <a:xfrm>
            <a:off x="0" y="202405"/>
            <a:ext cx="135731" cy="344091"/>
          </a:xfrm>
          <a:prstGeom prst="rect">
            <a:avLst/>
          </a:prstGeom>
          <a:solidFill>
            <a:srgbClr val="22366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1_Caption 11"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7" name="Google Shape;227;p238" descr="Shape&#10;&#10;Description automatically generated with low confidenc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3990" cy="5143494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38"/>
          <p:cNvSpPr/>
          <p:nvPr/>
        </p:nvSpPr>
        <p:spPr>
          <a:xfrm>
            <a:off x="4135880" y="856040"/>
            <a:ext cx="142497" cy="879326"/>
          </a:xfrm>
          <a:prstGeom prst="rect">
            <a:avLst/>
          </a:prstGeom>
          <a:solidFill>
            <a:srgbClr val="22366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238"/>
          <p:cNvSpPr>
            <a:spLocks noGrp="1"/>
          </p:cNvSpPr>
          <p:nvPr>
            <p:ph type="pic" idx="2"/>
          </p:nvPr>
        </p:nvSpPr>
        <p:spPr>
          <a:xfrm>
            <a:off x="219360" y="856040"/>
            <a:ext cx="3958630" cy="4287460"/>
          </a:xfrm>
          <a:prstGeom prst="rect">
            <a:avLst/>
          </a:prstGeom>
          <a:noFill/>
          <a:ln>
            <a:noFill/>
          </a:ln>
        </p:spPr>
      </p:sp>
      <p:sp>
        <p:nvSpPr>
          <p:cNvPr id="230" name="Google Shape;230;p238"/>
          <p:cNvSpPr txBox="1">
            <a:spLocks noGrp="1"/>
          </p:cNvSpPr>
          <p:nvPr>
            <p:ph type="body" idx="1"/>
          </p:nvPr>
        </p:nvSpPr>
        <p:spPr>
          <a:xfrm>
            <a:off x="4480014" y="1685925"/>
            <a:ext cx="4444626" cy="2499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1" name="Google Shape;231;p238"/>
          <p:cNvSpPr txBox="1">
            <a:spLocks noGrp="1"/>
          </p:cNvSpPr>
          <p:nvPr>
            <p:ph type="title"/>
          </p:nvPr>
        </p:nvSpPr>
        <p:spPr>
          <a:xfrm>
            <a:off x="135731" y="202405"/>
            <a:ext cx="7886700" cy="344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366A"/>
              </a:buClr>
              <a:buSzPts val="1700"/>
              <a:buFont typeface="Public Sans"/>
              <a:buNone/>
              <a:defRPr sz="1700" b="1" i="0" u="none" strike="noStrike" cap="none">
                <a:solidFill>
                  <a:srgbClr val="22366A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2" name="Google Shape;232;p238"/>
          <p:cNvSpPr/>
          <p:nvPr/>
        </p:nvSpPr>
        <p:spPr>
          <a:xfrm>
            <a:off x="0" y="202405"/>
            <a:ext cx="135731" cy="344091"/>
          </a:xfrm>
          <a:prstGeom prst="rect">
            <a:avLst/>
          </a:prstGeom>
          <a:solidFill>
            <a:srgbClr val="22366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1_Caption 12"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4" name="Google Shape;234;p239" descr="Shape&#10;&#10;Description automatically generated with low confidenc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3990" cy="5143494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39"/>
          <p:cNvSpPr/>
          <p:nvPr/>
        </p:nvSpPr>
        <p:spPr>
          <a:xfrm>
            <a:off x="3817856" y="656889"/>
            <a:ext cx="143829" cy="344091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239"/>
          <p:cNvSpPr>
            <a:spLocks noGrp="1"/>
          </p:cNvSpPr>
          <p:nvPr>
            <p:ph type="pic" idx="2"/>
          </p:nvPr>
        </p:nvSpPr>
        <p:spPr>
          <a:xfrm>
            <a:off x="235670" y="0"/>
            <a:ext cx="3582186" cy="5143494"/>
          </a:xfrm>
          <a:prstGeom prst="rect">
            <a:avLst/>
          </a:prstGeom>
          <a:noFill/>
          <a:ln>
            <a:noFill/>
          </a:ln>
        </p:spPr>
      </p:sp>
      <p:sp>
        <p:nvSpPr>
          <p:cNvPr id="237" name="Google Shape;237;p239"/>
          <p:cNvSpPr txBox="1">
            <a:spLocks noGrp="1"/>
          </p:cNvSpPr>
          <p:nvPr>
            <p:ph type="title"/>
          </p:nvPr>
        </p:nvSpPr>
        <p:spPr>
          <a:xfrm>
            <a:off x="4079869" y="656889"/>
            <a:ext cx="3538916" cy="344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2366A"/>
              </a:buClr>
              <a:buSzPts val="1700"/>
              <a:buFont typeface="Public Sans"/>
              <a:buNone/>
              <a:defRPr sz="17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8" name="Google Shape;238;p239"/>
          <p:cNvSpPr txBox="1">
            <a:spLocks noGrp="1"/>
          </p:cNvSpPr>
          <p:nvPr>
            <p:ph type="body" idx="1"/>
          </p:nvPr>
        </p:nvSpPr>
        <p:spPr>
          <a:xfrm>
            <a:off x="4079868" y="1539292"/>
            <a:ext cx="4688211" cy="29473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1_Caption 13"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240"/>
          <p:cNvSpPr/>
          <p:nvPr/>
        </p:nvSpPr>
        <p:spPr>
          <a:xfrm>
            <a:off x="5312964" y="0"/>
            <a:ext cx="3831036" cy="514349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240" descr="Shape&#10;&#10;Description automatically generated with low confidence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240"/>
          <p:cNvSpPr/>
          <p:nvPr/>
        </p:nvSpPr>
        <p:spPr>
          <a:xfrm>
            <a:off x="5302804" y="575609"/>
            <a:ext cx="143829" cy="34409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240"/>
          <p:cNvSpPr>
            <a:spLocks noGrp="1"/>
          </p:cNvSpPr>
          <p:nvPr>
            <p:ph type="pic" idx="2"/>
          </p:nvPr>
        </p:nvSpPr>
        <p:spPr>
          <a:xfrm>
            <a:off x="-1" y="0"/>
            <a:ext cx="5312965" cy="5143494"/>
          </a:xfrm>
          <a:prstGeom prst="rect">
            <a:avLst/>
          </a:prstGeom>
          <a:noFill/>
          <a:ln>
            <a:noFill/>
          </a:ln>
        </p:spPr>
      </p:sp>
      <p:sp>
        <p:nvSpPr>
          <p:cNvPr id="244" name="Google Shape;244;p240"/>
          <p:cNvSpPr txBox="1">
            <a:spLocks noGrp="1"/>
          </p:cNvSpPr>
          <p:nvPr>
            <p:ph type="title"/>
          </p:nvPr>
        </p:nvSpPr>
        <p:spPr>
          <a:xfrm>
            <a:off x="5564817" y="575609"/>
            <a:ext cx="3405248" cy="344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2366A"/>
              </a:buClr>
              <a:buSzPts val="1700"/>
              <a:buFont typeface="Public Sans"/>
              <a:buNone/>
              <a:defRPr sz="1700" b="1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45" name="Google Shape;245;p240"/>
          <p:cNvSpPr txBox="1">
            <a:spLocks noGrp="1"/>
          </p:cNvSpPr>
          <p:nvPr>
            <p:ph type="body" idx="1"/>
          </p:nvPr>
        </p:nvSpPr>
        <p:spPr>
          <a:xfrm>
            <a:off x="5564818" y="1254812"/>
            <a:ext cx="3452368" cy="34289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1_Caption 14"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41"/>
          <p:cNvSpPr/>
          <p:nvPr/>
        </p:nvSpPr>
        <p:spPr>
          <a:xfrm>
            <a:off x="0" y="-1"/>
            <a:ext cx="4898780" cy="5143498"/>
          </a:xfrm>
          <a:prstGeom prst="rect">
            <a:avLst/>
          </a:prstGeom>
          <a:solidFill>
            <a:srgbClr val="22366A"/>
          </a:solidFill>
          <a:ln>
            <a:noFill/>
          </a:ln>
        </p:spPr>
        <p:txBody>
          <a:bodyPr spcFirstLastPara="1" wrap="square" lIns="68550" tIns="34275" rIns="68550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0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8" name="Google Shape;248;p241"/>
          <p:cNvPicPr preferRelativeResize="0"/>
          <p:nvPr/>
        </p:nvPicPr>
        <p:blipFill rotWithShape="1">
          <a:blip r:embed="rId2">
            <a:alphaModFix/>
          </a:blip>
          <a:srcRect l="20639" r="24166"/>
          <a:stretch/>
        </p:blipFill>
        <p:spPr>
          <a:xfrm>
            <a:off x="4885624" y="3"/>
            <a:ext cx="4258376" cy="5143498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241" descr="Shape&#10;&#10;Description automatically generated with low confidenc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"/>
            <a:ext cx="9143990" cy="5143494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241"/>
          <p:cNvSpPr/>
          <p:nvPr/>
        </p:nvSpPr>
        <p:spPr>
          <a:xfrm>
            <a:off x="0" y="378373"/>
            <a:ext cx="3866493" cy="461141"/>
          </a:xfrm>
          <a:prstGeom prst="rect">
            <a:avLst/>
          </a:prstGeom>
          <a:solidFill>
            <a:srgbClr val="BD873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3"/>
              <a:buFont typeface="Arial"/>
              <a:buNone/>
            </a:pPr>
            <a:endParaRPr sz="1013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241"/>
          <p:cNvSpPr txBox="1">
            <a:spLocks noGrp="1"/>
          </p:cNvSpPr>
          <p:nvPr>
            <p:ph type="title"/>
          </p:nvPr>
        </p:nvSpPr>
        <p:spPr>
          <a:xfrm>
            <a:off x="144711" y="436897"/>
            <a:ext cx="3421450" cy="344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700" rIns="91425" bIns="45700" anchor="ctr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Public Sans"/>
              <a:buNone/>
              <a:defRPr sz="1700" b="1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2" name="Google Shape;252;p241"/>
          <p:cNvSpPr txBox="1">
            <a:spLocks noGrp="1"/>
          </p:cNvSpPr>
          <p:nvPr>
            <p:ph type="body" idx="1"/>
          </p:nvPr>
        </p:nvSpPr>
        <p:spPr>
          <a:xfrm>
            <a:off x="144711" y="1422475"/>
            <a:ext cx="4343206" cy="30364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3" name="Google Shape;253;p241"/>
          <p:cNvSpPr txBox="1">
            <a:spLocks noGrp="1"/>
          </p:cNvSpPr>
          <p:nvPr>
            <p:ph type="body" idx="2"/>
          </p:nvPr>
        </p:nvSpPr>
        <p:spPr>
          <a:xfrm>
            <a:off x="144711" y="954389"/>
            <a:ext cx="4343206" cy="3580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AutoNum type="alphaUcPeriod"/>
              <a:defRPr sz="1500" b="1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1_Caption 15"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5" name="Google Shape;255;p242"/>
          <p:cNvGrpSpPr/>
          <p:nvPr/>
        </p:nvGrpSpPr>
        <p:grpSpPr>
          <a:xfrm>
            <a:off x="2494464" y="494214"/>
            <a:ext cx="4155074" cy="4155073"/>
            <a:chOff x="2119794" y="-36836"/>
            <a:chExt cx="5217173" cy="5217173"/>
          </a:xfrm>
        </p:grpSpPr>
        <p:sp>
          <p:nvSpPr>
            <p:cNvPr id="256" name="Google Shape;256;p242"/>
            <p:cNvSpPr/>
            <p:nvPr/>
          </p:nvSpPr>
          <p:spPr>
            <a:xfrm rot="-10121413">
              <a:off x="5995473" y="1510692"/>
              <a:ext cx="1065477" cy="452456"/>
            </a:xfrm>
            <a:prstGeom prst="triangle">
              <a:avLst>
                <a:gd name="adj" fmla="val 50000"/>
              </a:avLst>
            </a:prstGeom>
            <a:solidFill>
              <a:srgbClr val="12366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" name="Google Shape;257;p242"/>
            <p:cNvSpPr/>
            <p:nvPr/>
          </p:nvSpPr>
          <p:spPr>
            <a:xfrm rot="1811965">
              <a:off x="2648325" y="3118285"/>
              <a:ext cx="827384" cy="452456"/>
            </a:xfrm>
            <a:prstGeom prst="triangle">
              <a:avLst>
                <a:gd name="adj" fmla="val 50000"/>
              </a:avLst>
            </a:prstGeom>
            <a:solidFill>
              <a:srgbClr val="12366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58" name="Google Shape;258;p242"/>
            <p:cNvGrpSpPr/>
            <p:nvPr/>
          </p:nvGrpSpPr>
          <p:grpSpPr>
            <a:xfrm>
              <a:off x="2119794" y="-36836"/>
              <a:ext cx="5217173" cy="5217173"/>
              <a:chOff x="2334961" y="334711"/>
              <a:chExt cx="4626477" cy="4626477"/>
            </a:xfrm>
          </p:grpSpPr>
          <p:grpSp>
            <p:nvGrpSpPr>
              <p:cNvPr id="259" name="Google Shape;259;p242"/>
              <p:cNvGrpSpPr/>
              <p:nvPr/>
            </p:nvGrpSpPr>
            <p:grpSpPr>
              <a:xfrm>
                <a:off x="2334961" y="334711"/>
                <a:ext cx="4626477" cy="4626477"/>
                <a:chOff x="2334961" y="334711"/>
                <a:chExt cx="4626477" cy="4626477"/>
              </a:xfrm>
            </p:grpSpPr>
            <p:sp>
              <p:nvSpPr>
                <p:cNvPr id="260" name="Google Shape;260;p242"/>
                <p:cNvSpPr/>
                <p:nvPr/>
              </p:nvSpPr>
              <p:spPr>
                <a:xfrm>
                  <a:off x="2978950" y="978700"/>
                  <a:ext cx="3338500" cy="3338500"/>
                </a:xfrm>
                <a:prstGeom prst="ellipse">
                  <a:avLst/>
                </a:prstGeom>
                <a:solidFill>
                  <a:srgbClr val="F2F2F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Public Sans"/>
                    <a:ea typeface="Public Sans"/>
                    <a:cs typeface="Public Sans"/>
                    <a:sym typeface="Public Sans"/>
                  </a:endParaRPr>
                </a:p>
              </p:txBody>
            </p:sp>
            <p:sp>
              <p:nvSpPr>
                <p:cNvPr id="261" name="Google Shape;261;p242"/>
                <p:cNvSpPr/>
                <p:nvPr/>
              </p:nvSpPr>
              <p:spPr>
                <a:xfrm rot="-3390336">
                  <a:off x="2978950" y="978700"/>
                  <a:ext cx="3338500" cy="3338500"/>
                </a:xfrm>
                <a:prstGeom prst="chord">
                  <a:avLst>
                    <a:gd name="adj1" fmla="val 3876990"/>
                    <a:gd name="adj2" fmla="val 16200000"/>
                  </a:avLst>
                </a:prstGeom>
                <a:solidFill>
                  <a:srgbClr val="BD8738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Public Sans"/>
                    <a:ea typeface="Public Sans"/>
                    <a:cs typeface="Public Sans"/>
                    <a:sym typeface="Public Sans"/>
                  </a:endParaRPr>
                </a:p>
              </p:txBody>
            </p:sp>
            <p:sp>
              <p:nvSpPr>
                <p:cNvPr id="262" name="Google Shape;262;p242"/>
                <p:cNvSpPr/>
                <p:nvPr/>
              </p:nvSpPr>
              <p:spPr>
                <a:xfrm rot="-5737848">
                  <a:off x="2978950" y="978700"/>
                  <a:ext cx="3338500" cy="3338500"/>
                </a:xfrm>
                <a:prstGeom prst="chord">
                  <a:avLst>
                    <a:gd name="adj1" fmla="val 3876990"/>
                    <a:gd name="adj2" fmla="val 16200000"/>
                  </a:avLst>
                </a:prstGeom>
                <a:solidFill>
                  <a:srgbClr val="BD8738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Public Sans"/>
                    <a:ea typeface="Public Sans"/>
                    <a:cs typeface="Public Sans"/>
                    <a:sym typeface="Public Sans"/>
                  </a:endParaRPr>
                </a:p>
              </p:txBody>
            </p:sp>
          </p:grpSp>
          <p:sp>
            <p:nvSpPr>
              <p:cNvPr id="263" name="Google Shape;263;p242"/>
              <p:cNvSpPr/>
              <p:nvPr/>
            </p:nvSpPr>
            <p:spPr>
              <a:xfrm>
                <a:off x="3154305" y="1154055"/>
                <a:ext cx="2987791" cy="2987791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Public Sans"/>
                  <a:ea typeface="Public Sans"/>
                  <a:cs typeface="Public Sans"/>
                  <a:sym typeface="Public Sans"/>
                </a:endParaRPr>
              </a:p>
            </p:txBody>
          </p:sp>
        </p:grpSp>
        <p:sp>
          <p:nvSpPr>
            <p:cNvPr id="264" name="Google Shape;264;p242"/>
            <p:cNvSpPr/>
            <p:nvPr/>
          </p:nvSpPr>
          <p:spPr>
            <a:xfrm>
              <a:off x="2361789" y="1620202"/>
              <a:ext cx="4733182" cy="1903095"/>
            </a:xfrm>
            <a:custGeom>
              <a:avLst/>
              <a:gdLst/>
              <a:ahLst/>
              <a:cxnLst/>
              <a:rect l="l" t="t" r="r" b="b"/>
              <a:pathLst>
                <a:path w="4557112" h="1676400" extrusionOk="0">
                  <a:moveTo>
                    <a:pt x="0" y="350520"/>
                  </a:moveTo>
                  <a:lnTo>
                    <a:pt x="4557112" y="0"/>
                  </a:lnTo>
                  <a:lnTo>
                    <a:pt x="4259932" y="1676400"/>
                  </a:lnTo>
                  <a:lnTo>
                    <a:pt x="220980" y="1508760"/>
                  </a:lnTo>
                  <a:lnTo>
                    <a:pt x="0" y="350520"/>
                  </a:lnTo>
                  <a:close/>
                </a:path>
              </a:pathLst>
            </a:custGeom>
            <a:solidFill>
              <a:srgbClr val="16447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65" name="Google Shape;265;p242"/>
          <p:cNvSpPr txBox="1">
            <a:spLocks noGrp="1"/>
          </p:cNvSpPr>
          <p:nvPr>
            <p:ph type="body" idx="1"/>
          </p:nvPr>
        </p:nvSpPr>
        <p:spPr>
          <a:xfrm>
            <a:off x="3117397" y="2365224"/>
            <a:ext cx="2909207" cy="413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1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1_Caption 16"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7" name="Google Shape;267;p243"/>
          <p:cNvGrpSpPr/>
          <p:nvPr/>
        </p:nvGrpSpPr>
        <p:grpSpPr>
          <a:xfrm>
            <a:off x="2494465" y="494214"/>
            <a:ext cx="4155072" cy="4155073"/>
            <a:chOff x="2119794" y="-36836"/>
            <a:chExt cx="5217173" cy="5217173"/>
          </a:xfrm>
        </p:grpSpPr>
        <p:sp>
          <p:nvSpPr>
            <p:cNvPr id="268" name="Google Shape;268;p243"/>
            <p:cNvSpPr/>
            <p:nvPr/>
          </p:nvSpPr>
          <p:spPr>
            <a:xfrm rot="-10121413">
              <a:off x="5995473" y="1510692"/>
              <a:ext cx="1065477" cy="452456"/>
            </a:xfrm>
            <a:prstGeom prst="triangle">
              <a:avLst>
                <a:gd name="adj" fmla="val 50000"/>
              </a:avLst>
            </a:prstGeom>
            <a:solidFill>
              <a:srgbClr val="9B6E2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endParaRPr>
            </a:p>
          </p:txBody>
        </p:sp>
        <p:sp>
          <p:nvSpPr>
            <p:cNvPr id="269" name="Google Shape;269;p243"/>
            <p:cNvSpPr/>
            <p:nvPr/>
          </p:nvSpPr>
          <p:spPr>
            <a:xfrm rot="1811965">
              <a:off x="2648325" y="3118285"/>
              <a:ext cx="827384" cy="452456"/>
            </a:xfrm>
            <a:prstGeom prst="triangle">
              <a:avLst>
                <a:gd name="adj" fmla="val 50000"/>
              </a:avLst>
            </a:prstGeom>
            <a:solidFill>
              <a:srgbClr val="9B6E2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endParaRPr>
            </a:p>
          </p:txBody>
        </p:sp>
        <p:grpSp>
          <p:nvGrpSpPr>
            <p:cNvPr id="270" name="Google Shape;270;p243"/>
            <p:cNvGrpSpPr/>
            <p:nvPr/>
          </p:nvGrpSpPr>
          <p:grpSpPr>
            <a:xfrm>
              <a:off x="2119794" y="-36836"/>
              <a:ext cx="5217173" cy="5217173"/>
              <a:chOff x="2334961" y="334711"/>
              <a:chExt cx="4626477" cy="4626477"/>
            </a:xfrm>
          </p:grpSpPr>
          <p:grpSp>
            <p:nvGrpSpPr>
              <p:cNvPr id="271" name="Google Shape;271;p243"/>
              <p:cNvGrpSpPr/>
              <p:nvPr/>
            </p:nvGrpSpPr>
            <p:grpSpPr>
              <a:xfrm>
                <a:off x="2334961" y="334711"/>
                <a:ext cx="4626477" cy="4626477"/>
                <a:chOff x="2334961" y="334711"/>
                <a:chExt cx="4626477" cy="4626477"/>
              </a:xfrm>
            </p:grpSpPr>
            <p:sp>
              <p:nvSpPr>
                <p:cNvPr id="272" name="Google Shape;272;p243"/>
                <p:cNvSpPr/>
                <p:nvPr/>
              </p:nvSpPr>
              <p:spPr>
                <a:xfrm>
                  <a:off x="2978950" y="978700"/>
                  <a:ext cx="3338500" cy="3338500"/>
                </a:xfrm>
                <a:prstGeom prst="ellipse">
                  <a:avLst/>
                </a:prstGeom>
                <a:solidFill>
                  <a:srgbClr val="F2F2F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Public Sans"/>
                    <a:ea typeface="Public Sans"/>
                    <a:cs typeface="Public Sans"/>
                    <a:sym typeface="Public Sans"/>
                  </a:endParaRPr>
                </a:p>
              </p:txBody>
            </p:sp>
            <p:sp>
              <p:nvSpPr>
                <p:cNvPr id="273" name="Google Shape;273;p243"/>
                <p:cNvSpPr/>
                <p:nvPr/>
              </p:nvSpPr>
              <p:spPr>
                <a:xfrm rot="-3390336">
                  <a:off x="2978950" y="978700"/>
                  <a:ext cx="3338500" cy="3338500"/>
                </a:xfrm>
                <a:prstGeom prst="chord">
                  <a:avLst>
                    <a:gd name="adj1" fmla="val 3876990"/>
                    <a:gd name="adj2" fmla="val 16200000"/>
                  </a:avLst>
                </a:prstGeom>
                <a:solidFill>
                  <a:srgbClr val="16447B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Public Sans"/>
                    <a:ea typeface="Public Sans"/>
                    <a:cs typeface="Public Sans"/>
                    <a:sym typeface="Public Sans"/>
                  </a:endParaRPr>
                </a:p>
              </p:txBody>
            </p:sp>
            <p:sp>
              <p:nvSpPr>
                <p:cNvPr id="274" name="Google Shape;274;p243"/>
                <p:cNvSpPr/>
                <p:nvPr/>
              </p:nvSpPr>
              <p:spPr>
                <a:xfrm rot="-5737848">
                  <a:off x="2978950" y="978700"/>
                  <a:ext cx="3338500" cy="3338500"/>
                </a:xfrm>
                <a:prstGeom prst="chord">
                  <a:avLst>
                    <a:gd name="adj1" fmla="val 3876990"/>
                    <a:gd name="adj2" fmla="val 16200000"/>
                  </a:avLst>
                </a:prstGeom>
                <a:solidFill>
                  <a:srgbClr val="16447B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Public Sans"/>
                    <a:ea typeface="Public Sans"/>
                    <a:cs typeface="Public Sans"/>
                    <a:sym typeface="Public Sans"/>
                  </a:endParaRPr>
                </a:p>
              </p:txBody>
            </p:sp>
          </p:grpSp>
          <p:sp>
            <p:nvSpPr>
              <p:cNvPr id="275" name="Google Shape;275;p243"/>
              <p:cNvSpPr/>
              <p:nvPr/>
            </p:nvSpPr>
            <p:spPr>
              <a:xfrm>
                <a:off x="3154305" y="1154055"/>
                <a:ext cx="2987791" cy="2987791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Public Sans"/>
                  <a:ea typeface="Public Sans"/>
                  <a:cs typeface="Public Sans"/>
                  <a:sym typeface="Public Sans"/>
                </a:endParaRPr>
              </a:p>
            </p:txBody>
          </p:sp>
        </p:grpSp>
        <p:sp>
          <p:nvSpPr>
            <p:cNvPr id="276" name="Google Shape;276;p243"/>
            <p:cNvSpPr/>
            <p:nvPr/>
          </p:nvSpPr>
          <p:spPr>
            <a:xfrm>
              <a:off x="2361789" y="1620202"/>
              <a:ext cx="4733182" cy="1903095"/>
            </a:xfrm>
            <a:custGeom>
              <a:avLst/>
              <a:gdLst/>
              <a:ahLst/>
              <a:cxnLst/>
              <a:rect l="l" t="t" r="r" b="b"/>
              <a:pathLst>
                <a:path w="4557112" h="1676400" extrusionOk="0">
                  <a:moveTo>
                    <a:pt x="0" y="350520"/>
                  </a:moveTo>
                  <a:lnTo>
                    <a:pt x="4557112" y="0"/>
                  </a:lnTo>
                  <a:lnTo>
                    <a:pt x="4259932" y="1676400"/>
                  </a:lnTo>
                  <a:lnTo>
                    <a:pt x="220980" y="1508760"/>
                  </a:lnTo>
                  <a:lnTo>
                    <a:pt x="0" y="350520"/>
                  </a:lnTo>
                  <a:close/>
                </a:path>
              </a:pathLst>
            </a:custGeom>
            <a:solidFill>
              <a:srgbClr val="C18A3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endParaRPr>
            </a:p>
          </p:txBody>
        </p:sp>
      </p:grpSp>
      <p:sp>
        <p:nvSpPr>
          <p:cNvPr id="277" name="Google Shape;277;p243"/>
          <p:cNvSpPr txBox="1">
            <a:spLocks noGrp="1"/>
          </p:cNvSpPr>
          <p:nvPr>
            <p:ph type="body" idx="1"/>
          </p:nvPr>
        </p:nvSpPr>
        <p:spPr>
          <a:xfrm>
            <a:off x="3117397" y="2365224"/>
            <a:ext cx="2909207" cy="413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1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1_Caption 17"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9" name="Google Shape;279;p24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924496" y="901633"/>
            <a:ext cx="3295009" cy="3449032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244"/>
          <p:cNvSpPr txBox="1">
            <a:spLocks noGrp="1"/>
          </p:cNvSpPr>
          <p:nvPr>
            <p:ph type="body" idx="1"/>
          </p:nvPr>
        </p:nvSpPr>
        <p:spPr>
          <a:xfrm>
            <a:off x="3117397" y="2365224"/>
            <a:ext cx="2909207" cy="413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1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1_Caption 18"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2" name="Google Shape;282;p24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555408" y="637575"/>
            <a:ext cx="4004832" cy="4042613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245"/>
          <p:cNvSpPr txBox="1">
            <a:spLocks noGrp="1"/>
          </p:cNvSpPr>
          <p:nvPr>
            <p:ph type="body" idx="1"/>
          </p:nvPr>
        </p:nvSpPr>
        <p:spPr>
          <a:xfrm>
            <a:off x="3028189" y="2365224"/>
            <a:ext cx="2909207" cy="413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1_Caption 19"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5" name="Google Shape;285;p246" descr="Icon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360040" y="277448"/>
            <a:ext cx="4422039" cy="4588604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246"/>
          <p:cNvSpPr txBox="1">
            <a:spLocks noGrp="1"/>
          </p:cNvSpPr>
          <p:nvPr>
            <p:ph type="body" idx="1"/>
          </p:nvPr>
        </p:nvSpPr>
        <p:spPr>
          <a:xfrm>
            <a:off x="3117397" y="2666490"/>
            <a:ext cx="2909207" cy="413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1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87" name="Google Shape;287;p246"/>
          <p:cNvSpPr txBox="1">
            <a:spLocks noGrp="1"/>
          </p:cNvSpPr>
          <p:nvPr>
            <p:ph type="body" idx="2"/>
          </p:nvPr>
        </p:nvSpPr>
        <p:spPr>
          <a:xfrm>
            <a:off x="2894151" y="1477631"/>
            <a:ext cx="1510581" cy="507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1_Caption 20"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9" name="Google Shape;289;p247" descr="Shape&#10;&#10;Description automatically generated with low confidenc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3990" cy="5143494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247"/>
          <p:cNvSpPr/>
          <p:nvPr/>
        </p:nvSpPr>
        <p:spPr>
          <a:xfrm>
            <a:off x="496108" y="1739452"/>
            <a:ext cx="840827" cy="1856806"/>
          </a:xfrm>
          <a:prstGeom prst="roundRect">
            <a:avLst>
              <a:gd name="adj" fmla="val 11078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247"/>
          <p:cNvSpPr/>
          <p:nvPr/>
        </p:nvSpPr>
        <p:spPr>
          <a:xfrm>
            <a:off x="919659" y="1739452"/>
            <a:ext cx="3360175" cy="1856806"/>
          </a:xfrm>
          <a:prstGeom prst="rect">
            <a:avLst/>
          </a:prstGeom>
          <a:solidFill>
            <a:srgbClr val="F2F2F2"/>
          </a:solidFill>
          <a:ln w="9525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92" name="Google Shape;292;p247"/>
          <p:cNvSpPr txBox="1"/>
          <p:nvPr/>
        </p:nvSpPr>
        <p:spPr>
          <a:xfrm>
            <a:off x="488252" y="2498578"/>
            <a:ext cx="449772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1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1</a:t>
            </a:r>
            <a:endParaRPr sz="1600" b="0" i="1" u="none" strike="noStrike" cap="none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93" name="Google Shape;293;p247"/>
          <p:cNvSpPr/>
          <p:nvPr/>
        </p:nvSpPr>
        <p:spPr>
          <a:xfrm>
            <a:off x="4949846" y="1739452"/>
            <a:ext cx="840827" cy="1856806"/>
          </a:xfrm>
          <a:prstGeom prst="roundRect">
            <a:avLst>
              <a:gd name="adj" fmla="val 11078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247"/>
          <p:cNvSpPr/>
          <p:nvPr/>
        </p:nvSpPr>
        <p:spPr>
          <a:xfrm>
            <a:off x="5373397" y="1739452"/>
            <a:ext cx="3360175" cy="1856806"/>
          </a:xfrm>
          <a:prstGeom prst="rect">
            <a:avLst/>
          </a:prstGeom>
          <a:solidFill>
            <a:srgbClr val="F2F2F2"/>
          </a:solidFill>
          <a:ln w="9525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95" name="Google Shape;295;p247"/>
          <p:cNvSpPr txBox="1"/>
          <p:nvPr/>
        </p:nvSpPr>
        <p:spPr>
          <a:xfrm>
            <a:off x="4941990" y="2498578"/>
            <a:ext cx="449772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1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2</a:t>
            </a:r>
            <a:endParaRPr sz="1600" b="0" i="1" u="none" strike="noStrike" cap="none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96" name="Google Shape;296;p247"/>
          <p:cNvSpPr txBox="1">
            <a:spLocks noGrp="1"/>
          </p:cNvSpPr>
          <p:nvPr>
            <p:ph type="body" idx="1"/>
          </p:nvPr>
        </p:nvSpPr>
        <p:spPr>
          <a:xfrm>
            <a:off x="1086864" y="2013830"/>
            <a:ext cx="3027937" cy="1308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97" name="Google Shape;297;p247"/>
          <p:cNvSpPr txBox="1">
            <a:spLocks noGrp="1"/>
          </p:cNvSpPr>
          <p:nvPr>
            <p:ph type="body" idx="2"/>
          </p:nvPr>
        </p:nvSpPr>
        <p:spPr>
          <a:xfrm>
            <a:off x="5540602" y="2013830"/>
            <a:ext cx="3027937" cy="1308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98" name="Google Shape;298;p247"/>
          <p:cNvSpPr txBox="1">
            <a:spLocks noGrp="1"/>
          </p:cNvSpPr>
          <p:nvPr>
            <p:ph type="title"/>
          </p:nvPr>
        </p:nvSpPr>
        <p:spPr>
          <a:xfrm>
            <a:off x="135731" y="202405"/>
            <a:ext cx="7886700" cy="344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366A"/>
              </a:buClr>
              <a:buSzPts val="1700"/>
              <a:buFont typeface="Public Sans"/>
              <a:buNone/>
              <a:defRPr sz="1700" b="1" i="0" u="none" strike="noStrike" cap="none">
                <a:solidFill>
                  <a:srgbClr val="22366A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99" name="Google Shape;299;p247"/>
          <p:cNvSpPr/>
          <p:nvPr/>
        </p:nvSpPr>
        <p:spPr>
          <a:xfrm>
            <a:off x="0" y="202405"/>
            <a:ext cx="135731" cy="344091"/>
          </a:xfrm>
          <a:prstGeom prst="rect">
            <a:avLst/>
          </a:prstGeom>
          <a:solidFill>
            <a:srgbClr val="22366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1_Caption 21"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1" name="Google Shape;301;p248" descr="Shape&#10;&#10;Description automatically generated with low confidenc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3990" cy="5143494"/>
          </a:xfrm>
          <a:prstGeom prst="rect">
            <a:avLst/>
          </a:prstGeom>
          <a:noFill/>
          <a:ln>
            <a:noFill/>
          </a:ln>
        </p:spPr>
      </p:pic>
      <p:sp>
        <p:nvSpPr>
          <p:cNvPr id="302" name="Google Shape;302;p248"/>
          <p:cNvSpPr/>
          <p:nvPr/>
        </p:nvSpPr>
        <p:spPr>
          <a:xfrm>
            <a:off x="496108" y="1739452"/>
            <a:ext cx="840827" cy="1856806"/>
          </a:xfrm>
          <a:prstGeom prst="roundRect">
            <a:avLst>
              <a:gd name="adj" fmla="val 11078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248"/>
          <p:cNvSpPr/>
          <p:nvPr/>
        </p:nvSpPr>
        <p:spPr>
          <a:xfrm>
            <a:off x="919659" y="1739452"/>
            <a:ext cx="3360175" cy="1856806"/>
          </a:xfrm>
          <a:prstGeom prst="rect">
            <a:avLst/>
          </a:prstGeom>
          <a:solidFill>
            <a:srgbClr val="F2F2F2"/>
          </a:solidFill>
          <a:ln w="9525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304" name="Google Shape;304;p248"/>
          <p:cNvSpPr txBox="1"/>
          <p:nvPr/>
        </p:nvSpPr>
        <p:spPr>
          <a:xfrm>
            <a:off x="488252" y="2498578"/>
            <a:ext cx="449772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1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1</a:t>
            </a:r>
            <a:endParaRPr sz="1600" b="0" i="1" u="none" strike="noStrike" cap="none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305" name="Google Shape;305;p248"/>
          <p:cNvSpPr/>
          <p:nvPr/>
        </p:nvSpPr>
        <p:spPr>
          <a:xfrm>
            <a:off x="4949846" y="1739452"/>
            <a:ext cx="840827" cy="1856806"/>
          </a:xfrm>
          <a:prstGeom prst="roundRect">
            <a:avLst>
              <a:gd name="adj" fmla="val 11078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248"/>
          <p:cNvSpPr/>
          <p:nvPr/>
        </p:nvSpPr>
        <p:spPr>
          <a:xfrm>
            <a:off x="5373397" y="1739452"/>
            <a:ext cx="3360175" cy="1856806"/>
          </a:xfrm>
          <a:prstGeom prst="rect">
            <a:avLst/>
          </a:prstGeom>
          <a:solidFill>
            <a:srgbClr val="F2F2F2"/>
          </a:solidFill>
          <a:ln w="9525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307" name="Google Shape;307;p248"/>
          <p:cNvSpPr txBox="1"/>
          <p:nvPr/>
        </p:nvSpPr>
        <p:spPr>
          <a:xfrm>
            <a:off x="4941990" y="2498578"/>
            <a:ext cx="449772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1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2</a:t>
            </a:r>
            <a:endParaRPr sz="1600" b="0" i="1" u="none" strike="noStrike" cap="none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308" name="Google Shape;308;p248"/>
          <p:cNvSpPr txBox="1">
            <a:spLocks noGrp="1"/>
          </p:cNvSpPr>
          <p:nvPr>
            <p:ph type="body" idx="1"/>
          </p:nvPr>
        </p:nvSpPr>
        <p:spPr>
          <a:xfrm>
            <a:off x="1086864" y="2013830"/>
            <a:ext cx="3027937" cy="1308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09" name="Google Shape;309;p248"/>
          <p:cNvSpPr txBox="1">
            <a:spLocks noGrp="1"/>
          </p:cNvSpPr>
          <p:nvPr>
            <p:ph type="body" idx="2"/>
          </p:nvPr>
        </p:nvSpPr>
        <p:spPr>
          <a:xfrm>
            <a:off x="5540602" y="2013830"/>
            <a:ext cx="3027937" cy="1308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10" name="Google Shape;310;p248"/>
          <p:cNvSpPr txBox="1">
            <a:spLocks noGrp="1"/>
          </p:cNvSpPr>
          <p:nvPr>
            <p:ph type="title"/>
          </p:nvPr>
        </p:nvSpPr>
        <p:spPr>
          <a:xfrm>
            <a:off x="135731" y="202405"/>
            <a:ext cx="7886700" cy="344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366A"/>
              </a:buClr>
              <a:buSzPts val="1700"/>
              <a:buFont typeface="Public Sans"/>
              <a:buNone/>
              <a:defRPr sz="1700" b="1" i="0" u="none" strike="noStrike" cap="none">
                <a:solidFill>
                  <a:srgbClr val="22366A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11" name="Google Shape;311;p248"/>
          <p:cNvSpPr/>
          <p:nvPr/>
        </p:nvSpPr>
        <p:spPr>
          <a:xfrm>
            <a:off x="0" y="202405"/>
            <a:ext cx="135731" cy="344091"/>
          </a:xfrm>
          <a:prstGeom prst="rect">
            <a:avLst/>
          </a:prstGeom>
          <a:solidFill>
            <a:srgbClr val="22366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1_Caption 22"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3" name="Google Shape;313;p249" descr="Shape&#10;&#10;Description automatically generated with low confidenc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3990" cy="514349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14" name="Google Shape;314;p249"/>
          <p:cNvCxnSpPr/>
          <p:nvPr/>
        </p:nvCxnSpPr>
        <p:spPr>
          <a:xfrm rot="10800000" flipH="1">
            <a:off x="0" y="2140588"/>
            <a:ext cx="9143999" cy="1"/>
          </a:xfrm>
          <a:prstGeom prst="straightConnector1">
            <a:avLst/>
          </a:prstGeom>
          <a:noFill/>
          <a:ln w="9525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315" name="Google Shape;315;p249"/>
          <p:cNvGrpSpPr/>
          <p:nvPr/>
        </p:nvGrpSpPr>
        <p:grpSpPr>
          <a:xfrm>
            <a:off x="2257341" y="1861278"/>
            <a:ext cx="560368" cy="825149"/>
            <a:chOff x="2257341" y="1871217"/>
            <a:chExt cx="560368" cy="825149"/>
          </a:xfrm>
        </p:grpSpPr>
        <p:sp>
          <p:nvSpPr>
            <p:cNvPr id="316" name="Google Shape;316;p249"/>
            <p:cNvSpPr/>
            <p:nvPr/>
          </p:nvSpPr>
          <p:spPr>
            <a:xfrm rot="2700000">
              <a:off x="2339405" y="1953281"/>
              <a:ext cx="396240" cy="39624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endParaRPr>
            </a:p>
          </p:txBody>
        </p:sp>
        <p:sp>
          <p:nvSpPr>
            <p:cNvPr id="317" name="Google Shape;317;p249"/>
            <p:cNvSpPr/>
            <p:nvPr/>
          </p:nvSpPr>
          <p:spPr>
            <a:xfrm rot="2700000">
              <a:off x="2339405" y="2218062"/>
              <a:ext cx="396240" cy="396240"/>
            </a:xfrm>
            <a:prstGeom prst="rect">
              <a:avLst/>
            </a:prstGeom>
            <a:solidFill>
              <a:schemeClr val="lt1"/>
            </a:solidFill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endParaRPr>
            </a:p>
          </p:txBody>
        </p:sp>
        <p:cxnSp>
          <p:nvCxnSpPr>
            <p:cNvPr id="318" name="Google Shape;318;p249"/>
            <p:cNvCxnSpPr/>
            <p:nvPr/>
          </p:nvCxnSpPr>
          <p:spPr>
            <a:xfrm>
              <a:off x="2537525" y="2088797"/>
              <a:ext cx="0" cy="548435"/>
            </a:xfrm>
            <a:prstGeom prst="straightConnector1">
              <a:avLst/>
            </a:prstGeom>
            <a:noFill/>
            <a:ln w="9525" cap="flat" cmpd="sng">
              <a:solidFill>
                <a:srgbClr val="D8D8D8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sp>
          <p:nvSpPr>
            <p:cNvPr id="319" name="Google Shape;319;p249"/>
            <p:cNvSpPr/>
            <p:nvPr/>
          </p:nvSpPr>
          <p:spPr>
            <a:xfrm rot="2700000">
              <a:off x="2416331" y="2138998"/>
              <a:ext cx="242388" cy="242388"/>
            </a:xfrm>
            <a:prstGeom prst="rect">
              <a:avLst/>
            </a:prstGeom>
            <a:solidFill>
              <a:srgbClr val="8DA2DB"/>
            </a:solidFill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5400000" algn="t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endParaRPr>
            </a:p>
          </p:txBody>
        </p:sp>
      </p:grpSp>
      <p:grpSp>
        <p:nvGrpSpPr>
          <p:cNvPr id="320" name="Google Shape;320;p249"/>
          <p:cNvGrpSpPr/>
          <p:nvPr/>
        </p:nvGrpSpPr>
        <p:grpSpPr>
          <a:xfrm>
            <a:off x="6326292" y="1861278"/>
            <a:ext cx="560368" cy="825149"/>
            <a:chOff x="6326292" y="1871217"/>
            <a:chExt cx="560368" cy="825149"/>
          </a:xfrm>
        </p:grpSpPr>
        <p:sp>
          <p:nvSpPr>
            <p:cNvPr id="321" name="Google Shape;321;p249"/>
            <p:cNvSpPr/>
            <p:nvPr/>
          </p:nvSpPr>
          <p:spPr>
            <a:xfrm rot="2700000">
              <a:off x="6408356" y="1953281"/>
              <a:ext cx="396240" cy="39624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endParaRPr>
            </a:p>
          </p:txBody>
        </p:sp>
        <p:sp>
          <p:nvSpPr>
            <p:cNvPr id="322" name="Google Shape;322;p249"/>
            <p:cNvSpPr/>
            <p:nvPr/>
          </p:nvSpPr>
          <p:spPr>
            <a:xfrm rot="2700000">
              <a:off x="6408356" y="2218062"/>
              <a:ext cx="396240" cy="396240"/>
            </a:xfrm>
            <a:prstGeom prst="rect">
              <a:avLst/>
            </a:prstGeom>
            <a:solidFill>
              <a:schemeClr val="lt1"/>
            </a:solidFill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endParaRPr>
            </a:p>
          </p:txBody>
        </p:sp>
        <p:cxnSp>
          <p:nvCxnSpPr>
            <p:cNvPr id="323" name="Google Shape;323;p249"/>
            <p:cNvCxnSpPr/>
            <p:nvPr/>
          </p:nvCxnSpPr>
          <p:spPr>
            <a:xfrm>
              <a:off x="6606476" y="2088797"/>
              <a:ext cx="0" cy="548435"/>
            </a:xfrm>
            <a:prstGeom prst="straightConnector1">
              <a:avLst/>
            </a:prstGeom>
            <a:noFill/>
            <a:ln w="9525" cap="flat" cmpd="sng">
              <a:solidFill>
                <a:srgbClr val="D8D8D8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sp>
          <p:nvSpPr>
            <p:cNvPr id="324" name="Google Shape;324;p249"/>
            <p:cNvSpPr/>
            <p:nvPr/>
          </p:nvSpPr>
          <p:spPr>
            <a:xfrm rot="2700000">
              <a:off x="6485282" y="2138998"/>
              <a:ext cx="242388" cy="242388"/>
            </a:xfrm>
            <a:prstGeom prst="rect">
              <a:avLst/>
            </a:prstGeom>
            <a:solidFill>
              <a:srgbClr val="EAD1AA"/>
            </a:solidFill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5400000" algn="t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endParaRPr>
            </a:p>
          </p:txBody>
        </p:sp>
      </p:grpSp>
      <p:sp>
        <p:nvSpPr>
          <p:cNvPr id="325" name="Google Shape;325;p249"/>
          <p:cNvSpPr txBox="1">
            <a:spLocks noGrp="1"/>
          </p:cNvSpPr>
          <p:nvPr>
            <p:ph type="body" idx="1"/>
          </p:nvPr>
        </p:nvSpPr>
        <p:spPr>
          <a:xfrm>
            <a:off x="1082922" y="2812006"/>
            <a:ext cx="2909207" cy="3271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26" name="Google Shape;326;p249"/>
          <p:cNvSpPr txBox="1">
            <a:spLocks noGrp="1"/>
          </p:cNvSpPr>
          <p:nvPr>
            <p:ph type="body" idx="2"/>
          </p:nvPr>
        </p:nvSpPr>
        <p:spPr>
          <a:xfrm>
            <a:off x="5151872" y="2812006"/>
            <a:ext cx="2909207" cy="3271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27" name="Google Shape;327;p249"/>
          <p:cNvSpPr txBox="1">
            <a:spLocks noGrp="1"/>
          </p:cNvSpPr>
          <p:nvPr>
            <p:ph type="body" idx="3"/>
          </p:nvPr>
        </p:nvSpPr>
        <p:spPr>
          <a:xfrm>
            <a:off x="1082922" y="3207931"/>
            <a:ext cx="2909207" cy="9304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28" name="Google Shape;328;p249"/>
          <p:cNvSpPr txBox="1">
            <a:spLocks noGrp="1"/>
          </p:cNvSpPr>
          <p:nvPr>
            <p:ph type="body" idx="4"/>
          </p:nvPr>
        </p:nvSpPr>
        <p:spPr>
          <a:xfrm>
            <a:off x="5151872" y="3207931"/>
            <a:ext cx="2909207" cy="9304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29" name="Google Shape;329;p249"/>
          <p:cNvSpPr txBox="1">
            <a:spLocks noGrp="1"/>
          </p:cNvSpPr>
          <p:nvPr>
            <p:ph type="title"/>
          </p:nvPr>
        </p:nvSpPr>
        <p:spPr>
          <a:xfrm>
            <a:off x="135731" y="202405"/>
            <a:ext cx="7886700" cy="344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366A"/>
              </a:buClr>
              <a:buSzPts val="1700"/>
              <a:buFont typeface="Public Sans"/>
              <a:buNone/>
              <a:defRPr sz="1700" b="1" i="0" u="none" strike="noStrike" cap="none">
                <a:solidFill>
                  <a:srgbClr val="22366A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30" name="Google Shape;330;p249"/>
          <p:cNvSpPr/>
          <p:nvPr/>
        </p:nvSpPr>
        <p:spPr>
          <a:xfrm>
            <a:off x="0" y="202405"/>
            <a:ext cx="135731" cy="344091"/>
          </a:xfrm>
          <a:prstGeom prst="rect">
            <a:avLst/>
          </a:prstGeom>
          <a:solidFill>
            <a:srgbClr val="22366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1_Caption 23"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2" name="Google Shape;332;p250" descr="Shape&#10;&#10;Description automatically generated with low confidenc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3990" cy="5143494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250"/>
          <p:cNvSpPr/>
          <p:nvPr/>
        </p:nvSpPr>
        <p:spPr>
          <a:xfrm>
            <a:off x="496108" y="1739452"/>
            <a:ext cx="840827" cy="1856806"/>
          </a:xfrm>
          <a:prstGeom prst="roundRect">
            <a:avLst>
              <a:gd name="adj" fmla="val 11078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250"/>
          <p:cNvSpPr/>
          <p:nvPr/>
        </p:nvSpPr>
        <p:spPr>
          <a:xfrm>
            <a:off x="919659" y="1739452"/>
            <a:ext cx="1944138" cy="1856806"/>
          </a:xfrm>
          <a:prstGeom prst="rect">
            <a:avLst/>
          </a:prstGeom>
          <a:solidFill>
            <a:srgbClr val="F2F2F2"/>
          </a:solidFill>
          <a:ln w="9525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335" name="Google Shape;335;p250"/>
          <p:cNvSpPr txBox="1"/>
          <p:nvPr/>
        </p:nvSpPr>
        <p:spPr>
          <a:xfrm>
            <a:off x="488252" y="2498578"/>
            <a:ext cx="449772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1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1</a:t>
            </a:r>
            <a:endParaRPr sz="1600" b="0" i="1" u="none" strike="noStrike" cap="none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336" name="Google Shape;336;p250"/>
          <p:cNvSpPr txBox="1">
            <a:spLocks noGrp="1"/>
          </p:cNvSpPr>
          <p:nvPr>
            <p:ph type="body" idx="1"/>
          </p:nvPr>
        </p:nvSpPr>
        <p:spPr>
          <a:xfrm>
            <a:off x="1086864" y="2013830"/>
            <a:ext cx="1622141" cy="1308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37" name="Google Shape;337;p250"/>
          <p:cNvSpPr/>
          <p:nvPr/>
        </p:nvSpPr>
        <p:spPr>
          <a:xfrm>
            <a:off x="3465552" y="1739452"/>
            <a:ext cx="840827" cy="1856806"/>
          </a:xfrm>
          <a:prstGeom prst="roundRect">
            <a:avLst>
              <a:gd name="adj" fmla="val 11078"/>
            </a:avLst>
          </a:prstGeom>
          <a:solidFill>
            <a:srgbClr val="D0607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p250"/>
          <p:cNvSpPr/>
          <p:nvPr/>
        </p:nvSpPr>
        <p:spPr>
          <a:xfrm>
            <a:off x="3889103" y="1739452"/>
            <a:ext cx="1944138" cy="1856806"/>
          </a:xfrm>
          <a:prstGeom prst="rect">
            <a:avLst/>
          </a:prstGeom>
          <a:solidFill>
            <a:srgbClr val="F2F2F2"/>
          </a:solidFill>
          <a:ln w="9525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339" name="Google Shape;339;p250"/>
          <p:cNvSpPr txBox="1"/>
          <p:nvPr/>
        </p:nvSpPr>
        <p:spPr>
          <a:xfrm>
            <a:off x="3457696" y="2498578"/>
            <a:ext cx="449772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1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2</a:t>
            </a:r>
            <a:endParaRPr sz="1600" b="0" i="1" u="none" strike="noStrike" cap="none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340" name="Google Shape;340;p250"/>
          <p:cNvSpPr txBox="1">
            <a:spLocks noGrp="1"/>
          </p:cNvSpPr>
          <p:nvPr>
            <p:ph type="body" idx="2"/>
          </p:nvPr>
        </p:nvSpPr>
        <p:spPr>
          <a:xfrm>
            <a:off x="4056308" y="2013830"/>
            <a:ext cx="1622141" cy="1308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41" name="Google Shape;341;p250"/>
          <p:cNvSpPr/>
          <p:nvPr/>
        </p:nvSpPr>
        <p:spPr>
          <a:xfrm>
            <a:off x="6434995" y="1739452"/>
            <a:ext cx="840827" cy="1856806"/>
          </a:xfrm>
          <a:prstGeom prst="roundRect">
            <a:avLst>
              <a:gd name="adj" fmla="val 11078"/>
            </a:avLst>
          </a:prstGeom>
          <a:solidFill>
            <a:srgbClr val="E094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250"/>
          <p:cNvSpPr/>
          <p:nvPr/>
        </p:nvSpPr>
        <p:spPr>
          <a:xfrm>
            <a:off x="6858546" y="1739452"/>
            <a:ext cx="1944138" cy="1856806"/>
          </a:xfrm>
          <a:prstGeom prst="rect">
            <a:avLst/>
          </a:prstGeom>
          <a:solidFill>
            <a:srgbClr val="F2F2F2"/>
          </a:solidFill>
          <a:ln w="9525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343" name="Google Shape;343;p250"/>
          <p:cNvSpPr txBox="1"/>
          <p:nvPr/>
        </p:nvSpPr>
        <p:spPr>
          <a:xfrm>
            <a:off x="6427139" y="2498578"/>
            <a:ext cx="449772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1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3</a:t>
            </a:r>
            <a:endParaRPr sz="1600" b="0" i="1" u="none" strike="noStrike" cap="none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344" name="Google Shape;344;p250"/>
          <p:cNvSpPr txBox="1">
            <a:spLocks noGrp="1"/>
          </p:cNvSpPr>
          <p:nvPr>
            <p:ph type="body" idx="3"/>
          </p:nvPr>
        </p:nvSpPr>
        <p:spPr>
          <a:xfrm>
            <a:off x="7025751" y="2013830"/>
            <a:ext cx="1622141" cy="1308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45" name="Google Shape;345;p250"/>
          <p:cNvSpPr txBox="1">
            <a:spLocks noGrp="1"/>
          </p:cNvSpPr>
          <p:nvPr>
            <p:ph type="title"/>
          </p:nvPr>
        </p:nvSpPr>
        <p:spPr>
          <a:xfrm>
            <a:off x="135731" y="202405"/>
            <a:ext cx="7886700" cy="344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366A"/>
              </a:buClr>
              <a:buSzPts val="1700"/>
              <a:buFont typeface="Public Sans"/>
              <a:buNone/>
              <a:defRPr sz="1700" b="1" i="0" u="none" strike="noStrike" cap="none">
                <a:solidFill>
                  <a:srgbClr val="22366A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46" name="Google Shape;346;p250"/>
          <p:cNvSpPr/>
          <p:nvPr/>
        </p:nvSpPr>
        <p:spPr>
          <a:xfrm>
            <a:off x="0" y="202405"/>
            <a:ext cx="135731" cy="344091"/>
          </a:xfrm>
          <a:prstGeom prst="rect">
            <a:avLst/>
          </a:prstGeom>
          <a:solidFill>
            <a:srgbClr val="22366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1_Caption 24"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" name="Google Shape;348;p251" descr="Shape&#10;&#10;Description automatically generated with low confidenc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49" name="Google Shape;349;p251"/>
          <p:cNvGrpSpPr/>
          <p:nvPr/>
        </p:nvGrpSpPr>
        <p:grpSpPr>
          <a:xfrm>
            <a:off x="0" y="2399230"/>
            <a:ext cx="9144001" cy="2349751"/>
            <a:chOff x="0" y="2182920"/>
            <a:chExt cx="9144001" cy="2349751"/>
          </a:xfrm>
        </p:grpSpPr>
        <p:sp>
          <p:nvSpPr>
            <p:cNvPr id="350" name="Google Shape;350;p251"/>
            <p:cNvSpPr/>
            <p:nvPr/>
          </p:nvSpPr>
          <p:spPr>
            <a:xfrm>
              <a:off x="0" y="2689734"/>
              <a:ext cx="9144001" cy="1842937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51" name="Google Shape;351;p251"/>
            <p:cNvGrpSpPr/>
            <p:nvPr/>
          </p:nvGrpSpPr>
          <p:grpSpPr>
            <a:xfrm>
              <a:off x="1229347" y="2182920"/>
              <a:ext cx="6685306" cy="1002265"/>
              <a:chOff x="976268" y="2064936"/>
              <a:chExt cx="6685306" cy="1002265"/>
            </a:xfrm>
          </p:grpSpPr>
          <p:sp>
            <p:nvSpPr>
              <p:cNvPr id="352" name="Google Shape;352;p251"/>
              <p:cNvSpPr/>
              <p:nvPr/>
            </p:nvSpPr>
            <p:spPr>
              <a:xfrm>
                <a:off x="976268" y="2064936"/>
                <a:ext cx="1002265" cy="1002265"/>
              </a:xfrm>
              <a:prstGeom prst="ellipse">
                <a:avLst/>
              </a:prstGeom>
              <a:solidFill>
                <a:srgbClr val="F2F2F2"/>
              </a:solidFill>
              <a:ln>
                <a:noFill/>
              </a:ln>
              <a:effectLst>
                <a:outerShdw blurRad="50800" dist="38100" dir="5400000" algn="t" rotWithShape="0">
                  <a:srgbClr val="000000">
                    <a:alpha val="40000"/>
                  </a:srgbClr>
                </a:outerShdw>
              </a:effectLst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3" name="Google Shape;353;p251"/>
              <p:cNvSpPr/>
              <p:nvPr/>
            </p:nvSpPr>
            <p:spPr>
              <a:xfrm>
                <a:off x="3817789" y="2064936"/>
                <a:ext cx="1002265" cy="1002265"/>
              </a:xfrm>
              <a:prstGeom prst="ellipse">
                <a:avLst/>
              </a:prstGeom>
              <a:solidFill>
                <a:srgbClr val="F2F2F2"/>
              </a:solidFill>
              <a:ln>
                <a:noFill/>
              </a:ln>
              <a:effectLst>
                <a:outerShdw blurRad="50800" dist="38100" dir="5400000" algn="t" rotWithShape="0">
                  <a:srgbClr val="000000">
                    <a:alpha val="40000"/>
                  </a:srgbClr>
                </a:outerShdw>
              </a:effectLst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4" name="Google Shape;354;p251"/>
              <p:cNvSpPr/>
              <p:nvPr/>
            </p:nvSpPr>
            <p:spPr>
              <a:xfrm>
                <a:off x="6659309" y="2064936"/>
                <a:ext cx="1002265" cy="1002265"/>
              </a:xfrm>
              <a:prstGeom prst="ellipse">
                <a:avLst/>
              </a:prstGeom>
              <a:solidFill>
                <a:srgbClr val="F2F2F2"/>
              </a:solidFill>
              <a:ln>
                <a:noFill/>
              </a:ln>
              <a:effectLst>
                <a:outerShdw blurRad="50800" dist="38100" dir="5400000" algn="t" rotWithShape="0">
                  <a:srgbClr val="000000">
                    <a:alpha val="40000"/>
                  </a:srgbClr>
                </a:outerShdw>
              </a:effectLst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355" name="Google Shape;355;p251"/>
          <p:cNvSpPr txBox="1">
            <a:spLocks noGrp="1"/>
          </p:cNvSpPr>
          <p:nvPr>
            <p:ph type="body" idx="1"/>
          </p:nvPr>
        </p:nvSpPr>
        <p:spPr>
          <a:xfrm>
            <a:off x="2419641" y="1132884"/>
            <a:ext cx="4304716" cy="58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ublic Sans"/>
              <a:buNone/>
              <a:defRPr sz="1500" b="0" i="1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56" name="Google Shape;356;p251"/>
          <p:cNvSpPr txBox="1">
            <a:spLocks noGrp="1"/>
          </p:cNvSpPr>
          <p:nvPr>
            <p:ph type="body" idx="2"/>
          </p:nvPr>
        </p:nvSpPr>
        <p:spPr>
          <a:xfrm>
            <a:off x="548944" y="3678716"/>
            <a:ext cx="2363068" cy="729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ublic Sans"/>
              <a:buNone/>
              <a:defRPr sz="1400" b="0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57" name="Google Shape;357;p251"/>
          <p:cNvSpPr txBox="1">
            <a:spLocks noGrp="1"/>
          </p:cNvSpPr>
          <p:nvPr>
            <p:ph type="body" idx="3"/>
          </p:nvPr>
        </p:nvSpPr>
        <p:spPr>
          <a:xfrm>
            <a:off x="3390464" y="3678716"/>
            <a:ext cx="2363068" cy="729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ublic Sans"/>
              <a:buNone/>
              <a:defRPr sz="1400" b="0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58" name="Google Shape;358;p251"/>
          <p:cNvSpPr txBox="1">
            <a:spLocks noGrp="1"/>
          </p:cNvSpPr>
          <p:nvPr>
            <p:ph type="body" idx="4"/>
          </p:nvPr>
        </p:nvSpPr>
        <p:spPr>
          <a:xfrm>
            <a:off x="6231984" y="3678716"/>
            <a:ext cx="2363068" cy="729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ublic Sans"/>
              <a:buNone/>
              <a:defRPr sz="1400" b="0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59" name="Google Shape;359;p251"/>
          <p:cNvSpPr>
            <a:spLocks noGrp="1"/>
          </p:cNvSpPr>
          <p:nvPr>
            <p:ph type="pic" idx="5"/>
          </p:nvPr>
        </p:nvSpPr>
        <p:spPr>
          <a:xfrm>
            <a:off x="1460973" y="2631002"/>
            <a:ext cx="539010" cy="538720"/>
          </a:xfrm>
          <a:prstGeom prst="rect">
            <a:avLst/>
          </a:prstGeom>
          <a:noFill/>
          <a:ln>
            <a:noFill/>
          </a:ln>
        </p:spPr>
      </p:sp>
      <p:sp>
        <p:nvSpPr>
          <p:cNvPr id="360" name="Google Shape;360;p251"/>
          <p:cNvSpPr>
            <a:spLocks noGrp="1"/>
          </p:cNvSpPr>
          <p:nvPr>
            <p:ph type="pic" idx="6"/>
          </p:nvPr>
        </p:nvSpPr>
        <p:spPr>
          <a:xfrm>
            <a:off x="4302493" y="2631002"/>
            <a:ext cx="539010" cy="538720"/>
          </a:xfrm>
          <a:prstGeom prst="rect">
            <a:avLst/>
          </a:prstGeom>
          <a:noFill/>
          <a:ln>
            <a:noFill/>
          </a:ln>
        </p:spPr>
      </p:sp>
      <p:sp>
        <p:nvSpPr>
          <p:cNvPr id="361" name="Google Shape;361;p251"/>
          <p:cNvSpPr>
            <a:spLocks noGrp="1"/>
          </p:cNvSpPr>
          <p:nvPr>
            <p:ph type="pic" idx="7"/>
          </p:nvPr>
        </p:nvSpPr>
        <p:spPr>
          <a:xfrm>
            <a:off x="7144013" y="2631002"/>
            <a:ext cx="539010" cy="538720"/>
          </a:xfrm>
          <a:prstGeom prst="rect">
            <a:avLst/>
          </a:prstGeom>
          <a:noFill/>
          <a:ln>
            <a:noFill/>
          </a:ln>
        </p:spPr>
      </p:sp>
      <p:sp>
        <p:nvSpPr>
          <p:cNvPr id="362" name="Google Shape;362;p251"/>
          <p:cNvSpPr txBox="1">
            <a:spLocks noGrp="1"/>
          </p:cNvSpPr>
          <p:nvPr>
            <p:ph type="title"/>
          </p:nvPr>
        </p:nvSpPr>
        <p:spPr>
          <a:xfrm>
            <a:off x="135731" y="202405"/>
            <a:ext cx="7886700" cy="344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366A"/>
              </a:buClr>
              <a:buSzPts val="1700"/>
              <a:buFont typeface="Public Sans"/>
              <a:buNone/>
              <a:defRPr sz="1700" b="1" i="0" u="none" strike="noStrike" cap="none">
                <a:solidFill>
                  <a:srgbClr val="22366A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63" name="Google Shape;363;p251"/>
          <p:cNvSpPr/>
          <p:nvPr/>
        </p:nvSpPr>
        <p:spPr>
          <a:xfrm>
            <a:off x="0" y="202405"/>
            <a:ext cx="135731" cy="344091"/>
          </a:xfrm>
          <a:prstGeom prst="rect">
            <a:avLst/>
          </a:prstGeom>
          <a:solidFill>
            <a:srgbClr val="22366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1_Caption 25"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5" name="Google Shape;365;p252" descr="Shape&#10;&#10;Description automatically generated with low confidenc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66" name="Google Shape;366;p252"/>
          <p:cNvGrpSpPr/>
          <p:nvPr/>
        </p:nvGrpSpPr>
        <p:grpSpPr>
          <a:xfrm>
            <a:off x="0" y="2399230"/>
            <a:ext cx="9144001" cy="2349751"/>
            <a:chOff x="0" y="2182920"/>
            <a:chExt cx="9144001" cy="2349751"/>
          </a:xfrm>
        </p:grpSpPr>
        <p:sp>
          <p:nvSpPr>
            <p:cNvPr id="367" name="Google Shape;367;p252"/>
            <p:cNvSpPr/>
            <p:nvPr/>
          </p:nvSpPr>
          <p:spPr>
            <a:xfrm>
              <a:off x="0" y="2689734"/>
              <a:ext cx="9144001" cy="184293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68" name="Google Shape;368;p252"/>
            <p:cNvGrpSpPr/>
            <p:nvPr/>
          </p:nvGrpSpPr>
          <p:grpSpPr>
            <a:xfrm>
              <a:off x="1229347" y="2182920"/>
              <a:ext cx="6685306" cy="1002265"/>
              <a:chOff x="976268" y="2064936"/>
              <a:chExt cx="6685306" cy="1002265"/>
            </a:xfrm>
          </p:grpSpPr>
          <p:sp>
            <p:nvSpPr>
              <p:cNvPr id="369" name="Google Shape;369;p252"/>
              <p:cNvSpPr/>
              <p:nvPr/>
            </p:nvSpPr>
            <p:spPr>
              <a:xfrm>
                <a:off x="976268" y="2064936"/>
                <a:ext cx="1002265" cy="1002265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  <a:effectLst>
                <a:outerShdw blurRad="50800" dist="38100" dir="5400000" algn="t" rotWithShape="0">
                  <a:srgbClr val="000000">
                    <a:alpha val="40000"/>
                  </a:srgbClr>
                </a:outerShdw>
              </a:effectLst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0" name="Google Shape;370;p252"/>
              <p:cNvSpPr/>
              <p:nvPr/>
            </p:nvSpPr>
            <p:spPr>
              <a:xfrm>
                <a:off x="3817789" y="2064936"/>
                <a:ext cx="1002265" cy="1002265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  <a:effectLst>
                <a:outerShdw blurRad="50800" dist="38100" dir="5400000" algn="t" rotWithShape="0">
                  <a:srgbClr val="000000">
                    <a:alpha val="40000"/>
                  </a:srgbClr>
                </a:outerShdw>
              </a:effectLst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1" name="Google Shape;371;p252"/>
              <p:cNvSpPr/>
              <p:nvPr/>
            </p:nvSpPr>
            <p:spPr>
              <a:xfrm>
                <a:off x="6659309" y="2064936"/>
                <a:ext cx="1002265" cy="1002265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  <a:effectLst>
                <a:outerShdw blurRad="50800" dist="38100" dir="5400000" algn="t" rotWithShape="0">
                  <a:srgbClr val="000000">
                    <a:alpha val="40000"/>
                  </a:srgbClr>
                </a:outerShdw>
              </a:effectLst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372" name="Google Shape;372;p252"/>
          <p:cNvSpPr txBox="1">
            <a:spLocks noGrp="1"/>
          </p:cNvSpPr>
          <p:nvPr>
            <p:ph type="body" idx="1"/>
          </p:nvPr>
        </p:nvSpPr>
        <p:spPr>
          <a:xfrm>
            <a:off x="2419641" y="1132884"/>
            <a:ext cx="4304716" cy="58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ublic Sans"/>
              <a:buNone/>
              <a:defRPr sz="1500" b="0" i="1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73" name="Google Shape;373;p252"/>
          <p:cNvSpPr txBox="1">
            <a:spLocks noGrp="1"/>
          </p:cNvSpPr>
          <p:nvPr>
            <p:ph type="body" idx="2"/>
          </p:nvPr>
        </p:nvSpPr>
        <p:spPr>
          <a:xfrm>
            <a:off x="548944" y="3678716"/>
            <a:ext cx="2363068" cy="729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ublic Sans"/>
              <a:buNone/>
              <a:defRPr sz="1400" b="0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74" name="Google Shape;374;p252"/>
          <p:cNvSpPr txBox="1">
            <a:spLocks noGrp="1"/>
          </p:cNvSpPr>
          <p:nvPr>
            <p:ph type="body" idx="3"/>
          </p:nvPr>
        </p:nvSpPr>
        <p:spPr>
          <a:xfrm>
            <a:off x="3390464" y="3678716"/>
            <a:ext cx="2363068" cy="729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ublic Sans"/>
              <a:buNone/>
              <a:defRPr sz="1400" b="0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75" name="Google Shape;375;p252"/>
          <p:cNvSpPr txBox="1">
            <a:spLocks noGrp="1"/>
          </p:cNvSpPr>
          <p:nvPr>
            <p:ph type="body" idx="4"/>
          </p:nvPr>
        </p:nvSpPr>
        <p:spPr>
          <a:xfrm>
            <a:off x="6231984" y="3678716"/>
            <a:ext cx="2363068" cy="729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ublic Sans"/>
              <a:buNone/>
              <a:defRPr sz="1400" b="0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76" name="Google Shape;376;p252"/>
          <p:cNvSpPr>
            <a:spLocks noGrp="1"/>
          </p:cNvSpPr>
          <p:nvPr>
            <p:ph type="pic" idx="5"/>
          </p:nvPr>
        </p:nvSpPr>
        <p:spPr>
          <a:xfrm>
            <a:off x="1460973" y="2631002"/>
            <a:ext cx="539010" cy="538720"/>
          </a:xfrm>
          <a:prstGeom prst="rect">
            <a:avLst/>
          </a:prstGeom>
          <a:noFill/>
          <a:ln>
            <a:noFill/>
          </a:ln>
        </p:spPr>
      </p:sp>
      <p:sp>
        <p:nvSpPr>
          <p:cNvPr id="377" name="Google Shape;377;p252"/>
          <p:cNvSpPr>
            <a:spLocks noGrp="1"/>
          </p:cNvSpPr>
          <p:nvPr>
            <p:ph type="pic" idx="6"/>
          </p:nvPr>
        </p:nvSpPr>
        <p:spPr>
          <a:xfrm>
            <a:off x="4302493" y="2631002"/>
            <a:ext cx="539010" cy="538720"/>
          </a:xfrm>
          <a:prstGeom prst="rect">
            <a:avLst/>
          </a:prstGeom>
          <a:noFill/>
          <a:ln>
            <a:noFill/>
          </a:ln>
        </p:spPr>
      </p:sp>
      <p:sp>
        <p:nvSpPr>
          <p:cNvPr id="378" name="Google Shape;378;p252"/>
          <p:cNvSpPr>
            <a:spLocks noGrp="1"/>
          </p:cNvSpPr>
          <p:nvPr>
            <p:ph type="pic" idx="7"/>
          </p:nvPr>
        </p:nvSpPr>
        <p:spPr>
          <a:xfrm>
            <a:off x="7144013" y="2631002"/>
            <a:ext cx="539010" cy="538720"/>
          </a:xfrm>
          <a:prstGeom prst="rect">
            <a:avLst/>
          </a:prstGeom>
          <a:noFill/>
          <a:ln>
            <a:noFill/>
          </a:ln>
        </p:spPr>
      </p:sp>
      <p:sp>
        <p:nvSpPr>
          <p:cNvPr id="379" name="Google Shape;379;p252"/>
          <p:cNvSpPr txBox="1">
            <a:spLocks noGrp="1"/>
          </p:cNvSpPr>
          <p:nvPr>
            <p:ph type="title"/>
          </p:nvPr>
        </p:nvSpPr>
        <p:spPr>
          <a:xfrm>
            <a:off x="135731" y="202405"/>
            <a:ext cx="7886700" cy="344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366A"/>
              </a:buClr>
              <a:buSzPts val="1700"/>
              <a:buFont typeface="Public Sans"/>
              <a:buNone/>
              <a:defRPr sz="1700" b="1" i="0" u="none" strike="noStrike" cap="none">
                <a:solidFill>
                  <a:srgbClr val="22366A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80" name="Google Shape;380;p252"/>
          <p:cNvSpPr/>
          <p:nvPr/>
        </p:nvSpPr>
        <p:spPr>
          <a:xfrm>
            <a:off x="0" y="202405"/>
            <a:ext cx="135731" cy="344091"/>
          </a:xfrm>
          <a:prstGeom prst="rect">
            <a:avLst/>
          </a:prstGeom>
          <a:solidFill>
            <a:srgbClr val="22366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1_Caption 26"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2" name="Google Shape;382;p253" descr="Shape&#10;&#10;Description automatically generated with low confidenc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83" name="Google Shape;383;p253"/>
          <p:cNvGrpSpPr/>
          <p:nvPr/>
        </p:nvGrpSpPr>
        <p:grpSpPr>
          <a:xfrm>
            <a:off x="0" y="2399230"/>
            <a:ext cx="9144001" cy="2349751"/>
            <a:chOff x="0" y="2182920"/>
            <a:chExt cx="9144001" cy="2349751"/>
          </a:xfrm>
        </p:grpSpPr>
        <p:sp>
          <p:nvSpPr>
            <p:cNvPr id="384" name="Google Shape;384;p253"/>
            <p:cNvSpPr/>
            <p:nvPr/>
          </p:nvSpPr>
          <p:spPr>
            <a:xfrm>
              <a:off x="0" y="2689734"/>
              <a:ext cx="9144001" cy="1842937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85" name="Google Shape;385;p253"/>
            <p:cNvGrpSpPr/>
            <p:nvPr/>
          </p:nvGrpSpPr>
          <p:grpSpPr>
            <a:xfrm>
              <a:off x="1229347" y="2182920"/>
              <a:ext cx="6685306" cy="1002265"/>
              <a:chOff x="976268" y="2064936"/>
              <a:chExt cx="6685306" cy="1002265"/>
            </a:xfrm>
          </p:grpSpPr>
          <p:sp>
            <p:nvSpPr>
              <p:cNvPr id="386" name="Google Shape;386;p253"/>
              <p:cNvSpPr/>
              <p:nvPr/>
            </p:nvSpPr>
            <p:spPr>
              <a:xfrm>
                <a:off x="976268" y="2064936"/>
                <a:ext cx="1002265" cy="1002265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  <a:effectLst>
                <a:outerShdw blurRad="50800" dist="38100" dir="5400000" algn="t" rotWithShape="0">
                  <a:srgbClr val="000000">
                    <a:alpha val="40000"/>
                  </a:srgbClr>
                </a:outerShdw>
              </a:effectLst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7" name="Google Shape;387;p253"/>
              <p:cNvSpPr/>
              <p:nvPr/>
            </p:nvSpPr>
            <p:spPr>
              <a:xfrm>
                <a:off x="3817789" y="2064936"/>
                <a:ext cx="1002265" cy="1002265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  <a:effectLst>
                <a:outerShdw blurRad="50800" dist="38100" dir="5400000" algn="t" rotWithShape="0">
                  <a:srgbClr val="000000">
                    <a:alpha val="40000"/>
                  </a:srgbClr>
                </a:outerShdw>
              </a:effectLst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8" name="Google Shape;388;p253"/>
              <p:cNvSpPr/>
              <p:nvPr/>
            </p:nvSpPr>
            <p:spPr>
              <a:xfrm>
                <a:off x="6659309" y="2064936"/>
                <a:ext cx="1002265" cy="1002265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  <a:effectLst>
                <a:outerShdw blurRad="50800" dist="38100" dir="5400000" algn="t" rotWithShape="0">
                  <a:srgbClr val="000000">
                    <a:alpha val="40000"/>
                  </a:srgbClr>
                </a:outerShdw>
              </a:effectLst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389" name="Google Shape;389;p253"/>
          <p:cNvSpPr txBox="1">
            <a:spLocks noGrp="1"/>
          </p:cNvSpPr>
          <p:nvPr>
            <p:ph type="body" idx="1"/>
          </p:nvPr>
        </p:nvSpPr>
        <p:spPr>
          <a:xfrm>
            <a:off x="2419641" y="1132884"/>
            <a:ext cx="4304716" cy="58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ublic Sans"/>
              <a:buNone/>
              <a:defRPr sz="1500" b="0" i="1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90" name="Google Shape;390;p253"/>
          <p:cNvSpPr txBox="1">
            <a:spLocks noGrp="1"/>
          </p:cNvSpPr>
          <p:nvPr>
            <p:ph type="body" idx="2"/>
          </p:nvPr>
        </p:nvSpPr>
        <p:spPr>
          <a:xfrm>
            <a:off x="548944" y="3678716"/>
            <a:ext cx="2363068" cy="729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ublic Sans"/>
              <a:buNone/>
              <a:defRPr sz="1400" b="0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91" name="Google Shape;391;p253"/>
          <p:cNvSpPr txBox="1">
            <a:spLocks noGrp="1"/>
          </p:cNvSpPr>
          <p:nvPr>
            <p:ph type="body" idx="3"/>
          </p:nvPr>
        </p:nvSpPr>
        <p:spPr>
          <a:xfrm>
            <a:off x="3390464" y="3678716"/>
            <a:ext cx="2363068" cy="729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ublic Sans"/>
              <a:buNone/>
              <a:defRPr sz="1400" b="0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92" name="Google Shape;392;p253"/>
          <p:cNvSpPr txBox="1">
            <a:spLocks noGrp="1"/>
          </p:cNvSpPr>
          <p:nvPr>
            <p:ph type="body" idx="4"/>
          </p:nvPr>
        </p:nvSpPr>
        <p:spPr>
          <a:xfrm>
            <a:off x="6231984" y="3678716"/>
            <a:ext cx="2363068" cy="729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ublic Sans"/>
              <a:buNone/>
              <a:defRPr sz="1400" b="0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93" name="Google Shape;393;p253"/>
          <p:cNvSpPr>
            <a:spLocks noGrp="1"/>
          </p:cNvSpPr>
          <p:nvPr>
            <p:ph type="pic" idx="5"/>
          </p:nvPr>
        </p:nvSpPr>
        <p:spPr>
          <a:xfrm>
            <a:off x="1460973" y="2631002"/>
            <a:ext cx="539010" cy="538720"/>
          </a:xfrm>
          <a:prstGeom prst="rect">
            <a:avLst/>
          </a:prstGeom>
          <a:noFill/>
          <a:ln>
            <a:noFill/>
          </a:ln>
        </p:spPr>
      </p:sp>
      <p:sp>
        <p:nvSpPr>
          <p:cNvPr id="394" name="Google Shape;394;p253"/>
          <p:cNvSpPr>
            <a:spLocks noGrp="1"/>
          </p:cNvSpPr>
          <p:nvPr>
            <p:ph type="pic" idx="6"/>
          </p:nvPr>
        </p:nvSpPr>
        <p:spPr>
          <a:xfrm>
            <a:off x="4302493" y="2631002"/>
            <a:ext cx="539010" cy="538720"/>
          </a:xfrm>
          <a:prstGeom prst="rect">
            <a:avLst/>
          </a:prstGeom>
          <a:noFill/>
          <a:ln>
            <a:noFill/>
          </a:ln>
        </p:spPr>
      </p:sp>
      <p:sp>
        <p:nvSpPr>
          <p:cNvPr id="395" name="Google Shape;395;p253"/>
          <p:cNvSpPr>
            <a:spLocks noGrp="1"/>
          </p:cNvSpPr>
          <p:nvPr>
            <p:ph type="pic" idx="7"/>
          </p:nvPr>
        </p:nvSpPr>
        <p:spPr>
          <a:xfrm>
            <a:off x="7144013" y="2631002"/>
            <a:ext cx="539010" cy="538720"/>
          </a:xfrm>
          <a:prstGeom prst="rect">
            <a:avLst/>
          </a:prstGeom>
          <a:noFill/>
          <a:ln>
            <a:noFill/>
          </a:ln>
        </p:spPr>
      </p:sp>
      <p:sp>
        <p:nvSpPr>
          <p:cNvPr id="396" name="Google Shape;396;p253"/>
          <p:cNvSpPr txBox="1">
            <a:spLocks noGrp="1"/>
          </p:cNvSpPr>
          <p:nvPr>
            <p:ph type="title"/>
          </p:nvPr>
        </p:nvSpPr>
        <p:spPr>
          <a:xfrm>
            <a:off x="135731" y="202405"/>
            <a:ext cx="7886700" cy="344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366A"/>
              </a:buClr>
              <a:buSzPts val="1700"/>
              <a:buFont typeface="Public Sans"/>
              <a:buNone/>
              <a:defRPr sz="1700" b="1" i="0" u="none" strike="noStrike" cap="none">
                <a:solidFill>
                  <a:srgbClr val="22366A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97" name="Google Shape;397;p253"/>
          <p:cNvSpPr/>
          <p:nvPr/>
        </p:nvSpPr>
        <p:spPr>
          <a:xfrm>
            <a:off x="0" y="202405"/>
            <a:ext cx="135731" cy="344091"/>
          </a:xfrm>
          <a:prstGeom prst="rect">
            <a:avLst/>
          </a:prstGeom>
          <a:solidFill>
            <a:srgbClr val="22366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1_Caption 27"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9" name="Google Shape;399;p254" descr="Shape&#10;&#10;Description automatically generated with low confidenc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00" name="Google Shape;400;p254"/>
          <p:cNvGrpSpPr/>
          <p:nvPr/>
        </p:nvGrpSpPr>
        <p:grpSpPr>
          <a:xfrm>
            <a:off x="0" y="2399230"/>
            <a:ext cx="9144001" cy="2349751"/>
            <a:chOff x="0" y="2182920"/>
            <a:chExt cx="9144001" cy="2349751"/>
          </a:xfrm>
        </p:grpSpPr>
        <p:sp>
          <p:nvSpPr>
            <p:cNvPr id="401" name="Google Shape;401;p254"/>
            <p:cNvSpPr/>
            <p:nvPr/>
          </p:nvSpPr>
          <p:spPr>
            <a:xfrm>
              <a:off x="0" y="2689734"/>
              <a:ext cx="9144001" cy="1842937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02" name="Google Shape;402;p254"/>
            <p:cNvGrpSpPr/>
            <p:nvPr/>
          </p:nvGrpSpPr>
          <p:grpSpPr>
            <a:xfrm>
              <a:off x="1229347" y="2182920"/>
              <a:ext cx="6685306" cy="1002265"/>
              <a:chOff x="976268" y="2064936"/>
              <a:chExt cx="6685306" cy="1002265"/>
            </a:xfrm>
          </p:grpSpPr>
          <p:sp>
            <p:nvSpPr>
              <p:cNvPr id="403" name="Google Shape;403;p254"/>
              <p:cNvSpPr/>
              <p:nvPr/>
            </p:nvSpPr>
            <p:spPr>
              <a:xfrm>
                <a:off x="976268" y="2064936"/>
                <a:ext cx="1002265" cy="1002265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  <a:effectLst>
                <a:outerShdw blurRad="50800" dist="38100" dir="5400000" algn="t" rotWithShape="0">
                  <a:srgbClr val="000000">
                    <a:alpha val="40000"/>
                  </a:srgbClr>
                </a:outerShdw>
              </a:effectLst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4" name="Google Shape;404;p254"/>
              <p:cNvSpPr/>
              <p:nvPr/>
            </p:nvSpPr>
            <p:spPr>
              <a:xfrm>
                <a:off x="3817789" y="2064936"/>
                <a:ext cx="1002265" cy="1002265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  <a:effectLst>
                <a:outerShdw blurRad="50800" dist="38100" dir="5400000" algn="t" rotWithShape="0">
                  <a:srgbClr val="000000">
                    <a:alpha val="40000"/>
                  </a:srgbClr>
                </a:outerShdw>
              </a:effectLst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5" name="Google Shape;405;p254"/>
              <p:cNvSpPr/>
              <p:nvPr/>
            </p:nvSpPr>
            <p:spPr>
              <a:xfrm>
                <a:off x="6659309" y="2064936"/>
                <a:ext cx="1002265" cy="1002265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  <a:effectLst>
                <a:outerShdw blurRad="50800" dist="38100" dir="5400000" algn="t" rotWithShape="0">
                  <a:srgbClr val="000000">
                    <a:alpha val="40000"/>
                  </a:srgbClr>
                </a:outerShdw>
              </a:effectLst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406" name="Google Shape;406;p254"/>
          <p:cNvSpPr txBox="1">
            <a:spLocks noGrp="1"/>
          </p:cNvSpPr>
          <p:nvPr>
            <p:ph type="body" idx="1"/>
          </p:nvPr>
        </p:nvSpPr>
        <p:spPr>
          <a:xfrm>
            <a:off x="2419641" y="1132884"/>
            <a:ext cx="4304716" cy="58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ublic Sans"/>
              <a:buNone/>
              <a:defRPr sz="1500" b="0" i="1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07" name="Google Shape;407;p254"/>
          <p:cNvSpPr txBox="1">
            <a:spLocks noGrp="1"/>
          </p:cNvSpPr>
          <p:nvPr>
            <p:ph type="body" idx="2"/>
          </p:nvPr>
        </p:nvSpPr>
        <p:spPr>
          <a:xfrm>
            <a:off x="548944" y="3678716"/>
            <a:ext cx="2363068" cy="729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ublic Sans"/>
              <a:buNone/>
              <a:defRPr sz="1400" b="0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08" name="Google Shape;408;p254"/>
          <p:cNvSpPr txBox="1">
            <a:spLocks noGrp="1"/>
          </p:cNvSpPr>
          <p:nvPr>
            <p:ph type="body" idx="3"/>
          </p:nvPr>
        </p:nvSpPr>
        <p:spPr>
          <a:xfrm>
            <a:off x="3390464" y="3678716"/>
            <a:ext cx="2363068" cy="729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ublic Sans"/>
              <a:buNone/>
              <a:defRPr sz="1400" b="0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09" name="Google Shape;409;p254"/>
          <p:cNvSpPr txBox="1">
            <a:spLocks noGrp="1"/>
          </p:cNvSpPr>
          <p:nvPr>
            <p:ph type="body" idx="4"/>
          </p:nvPr>
        </p:nvSpPr>
        <p:spPr>
          <a:xfrm>
            <a:off x="6231984" y="3678716"/>
            <a:ext cx="2363068" cy="729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ublic Sans"/>
              <a:buNone/>
              <a:defRPr sz="1400" b="0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10" name="Google Shape;410;p254"/>
          <p:cNvSpPr>
            <a:spLocks noGrp="1"/>
          </p:cNvSpPr>
          <p:nvPr>
            <p:ph type="pic" idx="5"/>
          </p:nvPr>
        </p:nvSpPr>
        <p:spPr>
          <a:xfrm>
            <a:off x="1460973" y="2631002"/>
            <a:ext cx="539010" cy="538720"/>
          </a:xfrm>
          <a:prstGeom prst="rect">
            <a:avLst/>
          </a:prstGeom>
          <a:noFill/>
          <a:ln>
            <a:noFill/>
          </a:ln>
        </p:spPr>
      </p:sp>
      <p:sp>
        <p:nvSpPr>
          <p:cNvPr id="411" name="Google Shape;411;p254"/>
          <p:cNvSpPr>
            <a:spLocks noGrp="1"/>
          </p:cNvSpPr>
          <p:nvPr>
            <p:ph type="pic" idx="6"/>
          </p:nvPr>
        </p:nvSpPr>
        <p:spPr>
          <a:xfrm>
            <a:off x="4302493" y="2631002"/>
            <a:ext cx="539010" cy="538720"/>
          </a:xfrm>
          <a:prstGeom prst="rect">
            <a:avLst/>
          </a:prstGeom>
          <a:noFill/>
          <a:ln>
            <a:noFill/>
          </a:ln>
        </p:spPr>
      </p:sp>
      <p:sp>
        <p:nvSpPr>
          <p:cNvPr id="412" name="Google Shape;412;p254"/>
          <p:cNvSpPr>
            <a:spLocks noGrp="1"/>
          </p:cNvSpPr>
          <p:nvPr>
            <p:ph type="pic" idx="7"/>
          </p:nvPr>
        </p:nvSpPr>
        <p:spPr>
          <a:xfrm>
            <a:off x="7144013" y="2631002"/>
            <a:ext cx="539010" cy="538720"/>
          </a:xfrm>
          <a:prstGeom prst="rect">
            <a:avLst/>
          </a:prstGeom>
          <a:noFill/>
          <a:ln>
            <a:noFill/>
          </a:ln>
        </p:spPr>
      </p:sp>
      <p:sp>
        <p:nvSpPr>
          <p:cNvPr id="413" name="Google Shape;413;p254"/>
          <p:cNvSpPr txBox="1">
            <a:spLocks noGrp="1"/>
          </p:cNvSpPr>
          <p:nvPr>
            <p:ph type="title"/>
          </p:nvPr>
        </p:nvSpPr>
        <p:spPr>
          <a:xfrm>
            <a:off x="135731" y="202405"/>
            <a:ext cx="7886700" cy="344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366A"/>
              </a:buClr>
              <a:buSzPts val="1700"/>
              <a:buFont typeface="Public Sans"/>
              <a:buNone/>
              <a:defRPr sz="1700" b="1" i="0" u="none" strike="noStrike" cap="none">
                <a:solidFill>
                  <a:srgbClr val="22366A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14" name="Google Shape;414;p254"/>
          <p:cNvSpPr/>
          <p:nvPr/>
        </p:nvSpPr>
        <p:spPr>
          <a:xfrm>
            <a:off x="0" y="202405"/>
            <a:ext cx="135731" cy="344091"/>
          </a:xfrm>
          <a:prstGeom prst="rect">
            <a:avLst/>
          </a:prstGeom>
          <a:solidFill>
            <a:srgbClr val="22366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1_Caption 28">
    <p:spTree>
      <p:nvGrpSpPr>
        <p:cNvPr id="1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6" name="Google Shape;416;p255" descr="Shape&#10;&#10;Description automatically generated with low confidenc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3990" cy="5143494"/>
          </a:xfrm>
          <a:prstGeom prst="rect">
            <a:avLst/>
          </a:prstGeom>
          <a:noFill/>
          <a:ln>
            <a:noFill/>
          </a:ln>
        </p:spPr>
      </p:pic>
      <p:sp>
        <p:nvSpPr>
          <p:cNvPr id="417" name="Google Shape;417;p255"/>
          <p:cNvSpPr/>
          <p:nvPr/>
        </p:nvSpPr>
        <p:spPr>
          <a:xfrm>
            <a:off x="0" y="2091264"/>
            <a:ext cx="9144000" cy="2197931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18" name="Google Shape;418;p255"/>
          <p:cNvCxnSpPr/>
          <p:nvPr/>
        </p:nvCxnSpPr>
        <p:spPr>
          <a:xfrm>
            <a:off x="0" y="2098885"/>
            <a:ext cx="9144000" cy="0"/>
          </a:xfrm>
          <a:prstGeom prst="straightConnector1">
            <a:avLst/>
          </a:prstGeom>
          <a:noFill/>
          <a:ln w="28575" cap="flat" cmpd="sng">
            <a:solidFill>
              <a:srgbClr val="8AC8E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19" name="Google Shape;419;p255"/>
          <p:cNvSpPr/>
          <p:nvPr/>
        </p:nvSpPr>
        <p:spPr>
          <a:xfrm>
            <a:off x="1165467" y="1672293"/>
            <a:ext cx="799844" cy="799844"/>
          </a:xfrm>
          <a:prstGeom prst="roundRect">
            <a:avLst>
              <a:gd name="adj" fmla="val 7037"/>
            </a:avLst>
          </a:prstGeom>
          <a:solidFill>
            <a:schemeClr val="lt1"/>
          </a:solidFill>
          <a:ln w="28575" cap="flat" cmpd="sng">
            <a:solidFill>
              <a:srgbClr val="8AC8EE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5400000" algn="t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" name="Google Shape;420;p255"/>
          <p:cNvSpPr txBox="1">
            <a:spLocks noGrp="1"/>
          </p:cNvSpPr>
          <p:nvPr>
            <p:ph type="body" idx="1"/>
          </p:nvPr>
        </p:nvSpPr>
        <p:spPr>
          <a:xfrm>
            <a:off x="374566" y="2723926"/>
            <a:ext cx="2381646" cy="3206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21" name="Google Shape;421;p255"/>
          <p:cNvSpPr/>
          <p:nvPr/>
        </p:nvSpPr>
        <p:spPr>
          <a:xfrm>
            <a:off x="4172079" y="1672293"/>
            <a:ext cx="799844" cy="799844"/>
          </a:xfrm>
          <a:prstGeom prst="roundRect">
            <a:avLst>
              <a:gd name="adj" fmla="val 7037"/>
            </a:avLst>
          </a:prstGeom>
          <a:solidFill>
            <a:schemeClr val="lt1"/>
          </a:solidFill>
          <a:ln w="28575" cap="flat" cmpd="sng">
            <a:solidFill>
              <a:srgbClr val="8AC8EE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5400000" algn="t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2" name="Google Shape;422;p255"/>
          <p:cNvSpPr txBox="1">
            <a:spLocks noGrp="1"/>
          </p:cNvSpPr>
          <p:nvPr>
            <p:ph type="body" idx="2"/>
          </p:nvPr>
        </p:nvSpPr>
        <p:spPr>
          <a:xfrm>
            <a:off x="3381178" y="2723926"/>
            <a:ext cx="2381646" cy="3206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23" name="Google Shape;423;p255"/>
          <p:cNvSpPr/>
          <p:nvPr/>
        </p:nvSpPr>
        <p:spPr>
          <a:xfrm>
            <a:off x="7178690" y="1672293"/>
            <a:ext cx="799844" cy="799844"/>
          </a:xfrm>
          <a:prstGeom prst="roundRect">
            <a:avLst>
              <a:gd name="adj" fmla="val 7037"/>
            </a:avLst>
          </a:prstGeom>
          <a:solidFill>
            <a:schemeClr val="lt1"/>
          </a:solidFill>
          <a:ln w="28575" cap="flat" cmpd="sng">
            <a:solidFill>
              <a:srgbClr val="8AC8EE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5400000" algn="t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4" name="Google Shape;424;p255"/>
          <p:cNvSpPr txBox="1">
            <a:spLocks noGrp="1"/>
          </p:cNvSpPr>
          <p:nvPr>
            <p:ph type="body" idx="3"/>
          </p:nvPr>
        </p:nvSpPr>
        <p:spPr>
          <a:xfrm>
            <a:off x="6387789" y="2723926"/>
            <a:ext cx="2381646" cy="3206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25" name="Google Shape;425;p255"/>
          <p:cNvSpPr>
            <a:spLocks noGrp="1"/>
          </p:cNvSpPr>
          <p:nvPr>
            <p:ph type="pic" idx="4"/>
          </p:nvPr>
        </p:nvSpPr>
        <p:spPr>
          <a:xfrm>
            <a:off x="1324089" y="1830915"/>
            <a:ext cx="482600" cy="482600"/>
          </a:xfrm>
          <a:prstGeom prst="rect">
            <a:avLst/>
          </a:prstGeom>
          <a:noFill/>
          <a:ln>
            <a:noFill/>
          </a:ln>
        </p:spPr>
      </p:sp>
      <p:sp>
        <p:nvSpPr>
          <p:cNvPr id="426" name="Google Shape;426;p255"/>
          <p:cNvSpPr>
            <a:spLocks noGrp="1"/>
          </p:cNvSpPr>
          <p:nvPr>
            <p:ph type="pic" idx="5"/>
          </p:nvPr>
        </p:nvSpPr>
        <p:spPr>
          <a:xfrm>
            <a:off x="4330701" y="1830915"/>
            <a:ext cx="482600" cy="482600"/>
          </a:xfrm>
          <a:prstGeom prst="rect">
            <a:avLst/>
          </a:prstGeom>
          <a:noFill/>
          <a:ln>
            <a:noFill/>
          </a:ln>
        </p:spPr>
      </p:sp>
      <p:sp>
        <p:nvSpPr>
          <p:cNvPr id="427" name="Google Shape;427;p255"/>
          <p:cNvSpPr>
            <a:spLocks noGrp="1"/>
          </p:cNvSpPr>
          <p:nvPr>
            <p:ph type="pic" idx="6"/>
          </p:nvPr>
        </p:nvSpPr>
        <p:spPr>
          <a:xfrm>
            <a:off x="7337312" y="1830915"/>
            <a:ext cx="482600" cy="482600"/>
          </a:xfrm>
          <a:prstGeom prst="rect">
            <a:avLst/>
          </a:prstGeom>
          <a:noFill/>
          <a:ln>
            <a:noFill/>
          </a:ln>
        </p:spPr>
      </p:sp>
      <p:sp>
        <p:nvSpPr>
          <p:cNvPr id="428" name="Google Shape;428;p255"/>
          <p:cNvSpPr txBox="1">
            <a:spLocks noGrp="1"/>
          </p:cNvSpPr>
          <p:nvPr>
            <p:ph type="body" idx="7"/>
          </p:nvPr>
        </p:nvSpPr>
        <p:spPr>
          <a:xfrm>
            <a:off x="374566" y="3119852"/>
            <a:ext cx="2381646" cy="820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29" name="Google Shape;429;p255"/>
          <p:cNvSpPr txBox="1">
            <a:spLocks noGrp="1"/>
          </p:cNvSpPr>
          <p:nvPr>
            <p:ph type="body" idx="8"/>
          </p:nvPr>
        </p:nvSpPr>
        <p:spPr>
          <a:xfrm>
            <a:off x="3381178" y="3119852"/>
            <a:ext cx="2381646" cy="820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30" name="Google Shape;430;p255"/>
          <p:cNvSpPr txBox="1">
            <a:spLocks noGrp="1"/>
          </p:cNvSpPr>
          <p:nvPr>
            <p:ph type="body" idx="9"/>
          </p:nvPr>
        </p:nvSpPr>
        <p:spPr>
          <a:xfrm>
            <a:off x="6387789" y="3119852"/>
            <a:ext cx="2381646" cy="820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31" name="Google Shape;431;p255"/>
          <p:cNvSpPr txBox="1">
            <a:spLocks noGrp="1"/>
          </p:cNvSpPr>
          <p:nvPr>
            <p:ph type="title"/>
          </p:nvPr>
        </p:nvSpPr>
        <p:spPr>
          <a:xfrm>
            <a:off x="135731" y="202405"/>
            <a:ext cx="7886700" cy="344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366A"/>
              </a:buClr>
              <a:buSzPts val="1700"/>
              <a:buFont typeface="Public Sans"/>
              <a:buNone/>
              <a:defRPr sz="1700" b="1" i="0" u="none" strike="noStrike" cap="none">
                <a:solidFill>
                  <a:srgbClr val="22366A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32" name="Google Shape;432;p255"/>
          <p:cNvSpPr/>
          <p:nvPr/>
        </p:nvSpPr>
        <p:spPr>
          <a:xfrm>
            <a:off x="0" y="202405"/>
            <a:ext cx="135731" cy="344091"/>
          </a:xfrm>
          <a:prstGeom prst="rect">
            <a:avLst/>
          </a:prstGeom>
          <a:solidFill>
            <a:srgbClr val="22366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1_Caption 29">
    <p:spTree>
      <p:nvGrpSpPr>
        <p:cNvPr id="1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4" name="Google Shape;434;p256" descr="Shape&#10;&#10;Description automatically generated with low confidenc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3990" cy="5143494"/>
          </a:xfrm>
          <a:prstGeom prst="rect">
            <a:avLst/>
          </a:prstGeom>
          <a:noFill/>
          <a:ln>
            <a:noFill/>
          </a:ln>
        </p:spPr>
      </p:pic>
      <p:sp>
        <p:nvSpPr>
          <p:cNvPr id="435" name="Google Shape;435;p256"/>
          <p:cNvSpPr/>
          <p:nvPr/>
        </p:nvSpPr>
        <p:spPr>
          <a:xfrm>
            <a:off x="0" y="2091264"/>
            <a:ext cx="9144000" cy="2197931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36" name="Google Shape;436;p256"/>
          <p:cNvCxnSpPr/>
          <p:nvPr/>
        </p:nvCxnSpPr>
        <p:spPr>
          <a:xfrm>
            <a:off x="0" y="2098885"/>
            <a:ext cx="9144000" cy="0"/>
          </a:xfrm>
          <a:prstGeom prst="straightConnector1">
            <a:avLst/>
          </a:prstGeom>
          <a:noFill/>
          <a:ln w="2857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37" name="Google Shape;437;p256"/>
          <p:cNvSpPr/>
          <p:nvPr/>
        </p:nvSpPr>
        <p:spPr>
          <a:xfrm>
            <a:off x="1165467" y="1672293"/>
            <a:ext cx="799844" cy="799844"/>
          </a:xfrm>
          <a:prstGeom prst="roundRect">
            <a:avLst>
              <a:gd name="adj" fmla="val 7037"/>
            </a:avLst>
          </a:prstGeom>
          <a:solidFill>
            <a:schemeClr val="lt1"/>
          </a:solidFill>
          <a:ln w="2857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5400000" algn="t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8" name="Google Shape;438;p256"/>
          <p:cNvSpPr txBox="1">
            <a:spLocks noGrp="1"/>
          </p:cNvSpPr>
          <p:nvPr>
            <p:ph type="body" idx="1"/>
          </p:nvPr>
        </p:nvSpPr>
        <p:spPr>
          <a:xfrm>
            <a:off x="374566" y="2723926"/>
            <a:ext cx="2381646" cy="3206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39" name="Google Shape;439;p256"/>
          <p:cNvSpPr/>
          <p:nvPr/>
        </p:nvSpPr>
        <p:spPr>
          <a:xfrm>
            <a:off x="4172079" y="1672293"/>
            <a:ext cx="799844" cy="799844"/>
          </a:xfrm>
          <a:prstGeom prst="roundRect">
            <a:avLst>
              <a:gd name="adj" fmla="val 7037"/>
            </a:avLst>
          </a:prstGeom>
          <a:solidFill>
            <a:schemeClr val="lt1"/>
          </a:solidFill>
          <a:ln w="2857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5400000" algn="t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0" name="Google Shape;440;p256"/>
          <p:cNvSpPr txBox="1">
            <a:spLocks noGrp="1"/>
          </p:cNvSpPr>
          <p:nvPr>
            <p:ph type="body" idx="2"/>
          </p:nvPr>
        </p:nvSpPr>
        <p:spPr>
          <a:xfrm>
            <a:off x="3381178" y="2723926"/>
            <a:ext cx="2381646" cy="3206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41" name="Google Shape;441;p256"/>
          <p:cNvSpPr/>
          <p:nvPr/>
        </p:nvSpPr>
        <p:spPr>
          <a:xfrm>
            <a:off x="7178690" y="1672293"/>
            <a:ext cx="799844" cy="799844"/>
          </a:xfrm>
          <a:prstGeom prst="roundRect">
            <a:avLst>
              <a:gd name="adj" fmla="val 7037"/>
            </a:avLst>
          </a:prstGeom>
          <a:solidFill>
            <a:schemeClr val="lt1"/>
          </a:solidFill>
          <a:ln w="2857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5400000" algn="t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2" name="Google Shape;442;p256"/>
          <p:cNvSpPr txBox="1">
            <a:spLocks noGrp="1"/>
          </p:cNvSpPr>
          <p:nvPr>
            <p:ph type="body" idx="3"/>
          </p:nvPr>
        </p:nvSpPr>
        <p:spPr>
          <a:xfrm>
            <a:off x="6387789" y="2723926"/>
            <a:ext cx="2381646" cy="3206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43" name="Google Shape;443;p256"/>
          <p:cNvSpPr>
            <a:spLocks noGrp="1"/>
          </p:cNvSpPr>
          <p:nvPr>
            <p:ph type="pic" idx="4"/>
          </p:nvPr>
        </p:nvSpPr>
        <p:spPr>
          <a:xfrm>
            <a:off x="1324089" y="1830915"/>
            <a:ext cx="482600" cy="482600"/>
          </a:xfrm>
          <a:prstGeom prst="rect">
            <a:avLst/>
          </a:prstGeom>
          <a:noFill/>
          <a:ln>
            <a:noFill/>
          </a:ln>
        </p:spPr>
      </p:sp>
      <p:sp>
        <p:nvSpPr>
          <p:cNvPr id="444" name="Google Shape;444;p256"/>
          <p:cNvSpPr>
            <a:spLocks noGrp="1"/>
          </p:cNvSpPr>
          <p:nvPr>
            <p:ph type="pic" idx="5"/>
          </p:nvPr>
        </p:nvSpPr>
        <p:spPr>
          <a:xfrm>
            <a:off x="4330701" y="1830915"/>
            <a:ext cx="482600" cy="482600"/>
          </a:xfrm>
          <a:prstGeom prst="rect">
            <a:avLst/>
          </a:prstGeom>
          <a:noFill/>
          <a:ln>
            <a:noFill/>
          </a:ln>
        </p:spPr>
      </p:sp>
      <p:sp>
        <p:nvSpPr>
          <p:cNvPr id="445" name="Google Shape;445;p256"/>
          <p:cNvSpPr>
            <a:spLocks noGrp="1"/>
          </p:cNvSpPr>
          <p:nvPr>
            <p:ph type="pic" idx="6"/>
          </p:nvPr>
        </p:nvSpPr>
        <p:spPr>
          <a:xfrm>
            <a:off x="7337312" y="1830915"/>
            <a:ext cx="482600" cy="482600"/>
          </a:xfrm>
          <a:prstGeom prst="rect">
            <a:avLst/>
          </a:prstGeom>
          <a:noFill/>
          <a:ln>
            <a:noFill/>
          </a:ln>
        </p:spPr>
      </p:sp>
      <p:sp>
        <p:nvSpPr>
          <p:cNvPr id="446" name="Google Shape;446;p256"/>
          <p:cNvSpPr txBox="1">
            <a:spLocks noGrp="1"/>
          </p:cNvSpPr>
          <p:nvPr>
            <p:ph type="body" idx="7"/>
          </p:nvPr>
        </p:nvSpPr>
        <p:spPr>
          <a:xfrm>
            <a:off x="374566" y="3119852"/>
            <a:ext cx="2381646" cy="820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47" name="Google Shape;447;p256"/>
          <p:cNvSpPr txBox="1">
            <a:spLocks noGrp="1"/>
          </p:cNvSpPr>
          <p:nvPr>
            <p:ph type="body" idx="8"/>
          </p:nvPr>
        </p:nvSpPr>
        <p:spPr>
          <a:xfrm>
            <a:off x="3381178" y="3119852"/>
            <a:ext cx="2381646" cy="820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48" name="Google Shape;448;p256"/>
          <p:cNvSpPr txBox="1">
            <a:spLocks noGrp="1"/>
          </p:cNvSpPr>
          <p:nvPr>
            <p:ph type="body" idx="9"/>
          </p:nvPr>
        </p:nvSpPr>
        <p:spPr>
          <a:xfrm>
            <a:off x="6387789" y="3119852"/>
            <a:ext cx="2381646" cy="820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49" name="Google Shape;449;p256"/>
          <p:cNvSpPr txBox="1">
            <a:spLocks noGrp="1"/>
          </p:cNvSpPr>
          <p:nvPr>
            <p:ph type="title"/>
          </p:nvPr>
        </p:nvSpPr>
        <p:spPr>
          <a:xfrm>
            <a:off x="135731" y="202405"/>
            <a:ext cx="7886700" cy="344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366A"/>
              </a:buClr>
              <a:buSzPts val="1700"/>
              <a:buFont typeface="Public Sans"/>
              <a:buNone/>
              <a:defRPr sz="1700" b="1" i="0" u="none" strike="noStrike" cap="none">
                <a:solidFill>
                  <a:srgbClr val="22366A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50" name="Google Shape;450;p256"/>
          <p:cNvSpPr/>
          <p:nvPr/>
        </p:nvSpPr>
        <p:spPr>
          <a:xfrm>
            <a:off x="0" y="202405"/>
            <a:ext cx="135731" cy="344091"/>
          </a:xfrm>
          <a:prstGeom prst="rect">
            <a:avLst/>
          </a:prstGeom>
          <a:solidFill>
            <a:srgbClr val="22366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1_Caption 30"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2" name="Google Shape;452;p257" descr="Shape&#10;&#10;Description automatically generated with low confidenc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3990" cy="5143494"/>
          </a:xfrm>
          <a:prstGeom prst="rect">
            <a:avLst/>
          </a:prstGeom>
          <a:noFill/>
          <a:ln>
            <a:noFill/>
          </a:ln>
        </p:spPr>
      </p:pic>
      <p:sp>
        <p:nvSpPr>
          <p:cNvPr id="453" name="Google Shape;453;p257"/>
          <p:cNvSpPr/>
          <p:nvPr/>
        </p:nvSpPr>
        <p:spPr>
          <a:xfrm>
            <a:off x="1369704" y="2023249"/>
            <a:ext cx="6404592" cy="45719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D8D8D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grpSp>
        <p:nvGrpSpPr>
          <p:cNvPr id="454" name="Google Shape;454;p257"/>
          <p:cNvGrpSpPr/>
          <p:nvPr/>
        </p:nvGrpSpPr>
        <p:grpSpPr>
          <a:xfrm>
            <a:off x="865742" y="1720353"/>
            <a:ext cx="7412516" cy="894818"/>
            <a:chOff x="865742" y="1720353"/>
            <a:chExt cx="7412516" cy="894818"/>
          </a:xfrm>
        </p:grpSpPr>
        <p:grpSp>
          <p:nvGrpSpPr>
            <p:cNvPr id="455" name="Google Shape;455;p257"/>
            <p:cNvGrpSpPr/>
            <p:nvPr/>
          </p:nvGrpSpPr>
          <p:grpSpPr>
            <a:xfrm>
              <a:off x="3119411" y="1720353"/>
              <a:ext cx="651510" cy="894818"/>
              <a:chOff x="2980317" y="2014294"/>
              <a:chExt cx="651510" cy="894818"/>
            </a:xfrm>
          </p:grpSpPr>
          <p:cxnSp>
            <p:nvCxnSpPr>
              <p:cNvPr id="456" name="Google Shape;456;p257"/>
              <p:cNvCxnSpPr>
                <a:endCxn id="457" idx="4"/>
              </p:cNvCxnSpPr>
              <p:nvPr/>
            </p:nvCxnSpPr>
            <p:spPr>
              <a:xfrm rot="10800000">
                <a:off x="3306072" y="2595012"/>
                <a:ext cx="0" cy="3141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BFBFB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458" name="Google Shape;458;p257"/>
              <p:cNvSpPr/>
              <p:nvPr/>
            </p:nvSpPr>
            <p:spPr>
              <a:xfrm>
                <a:off x="2980317" y="2014294"/>
                <a:ext cx="651510" cy="651510"/>
              </a:xfrm>
              <a:prstGeom prst="ellipse">
                <a:avLst/>
              </a:prstGeom>
              <a:solidFill>
                <a:srgbClr val="F2F2F2"/>
              </a:solidFill>
              <a:ln w="25400" cap="flat" cmpd="sng">
                <a:solidFill>
                  <a:srgbClr val="E094A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Public Sans"/>
                  <a:ea typeface="Public Sans"/>
                  <a:cs typeface="Public Sans"/>
                  <a:sym typeface="Public Sans"/>
                </a:endParaRPr>
              </a:p>
            </p:txBody>
          </p:sp>
          <p:sp>
            <p:nvSpPr>
              <p:cNvPr id="457" name="Google Shape;457;p257"/>
              <p:cNvSpPr/>
              <p:nvPr/>
            </p:nvSpPr>
            <p:spPr>
              <a:xfrm>
                <a:off x="3051109" y="2085086"/>
                <a:ext cx="509926" cy="509926"/>
              </a:xfrm>
              <a:prstGeom prst="ellipse">
                <a:avLst/>
              </a:prstGeom>
              <a:solidFill>
                <a:schemeClr val="lt1"/>
              </a:solidFill>
              <a:ln w="254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lang="en-US" sz="1400" b="1" i="0" u="none" strike="noStrike" cap="none">
                    <a:solidFill>
                      <a:schemeClr val="dk1"/>
                    </a:solidFill>
                    <a:latin typeface="Public Sans"/>
                    <a:ea typeface="Public Sans"/>
                    <a:cs typeface="Public Sans"/>
                    <a:sym typeface="Public Sans"/>
                  </a:rPr>
                  <a:t>2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59" name="Google Shape;459;p257"/>
            <p:cNvGrpSpPr/>
            <p:nvPr/>
          </p:nvGrpSpPr>
          <p:grpSpPr>
            <a:xfrm>
              <a:off x="5373080" y="1720353"/>
              <a:ext cx="651510" cy="894818"/>
              <a:chOff x="5071929" y="2014294"/>
              <a:chExt cx="651510" cy="894818"/>
            </a:xfrm>
          </p:grpSpPr>
          <p:cxnSp>
            <p:nvCxnSpPr>
              <p:cNvPr id="460" name="Google Shape;460;p257"/>
              <p:cNvCxnSpPr>
                <a:endCxn id="461" idx="4"/>
              </p:cNvCxnSpPr>
              <p:nvPr/>
            </p:nvCxnSpPr>
            <p:spPr>
              <a:xfrm rot="10800000">
                <a:off x="5397684" y="2595012"/>
                <a:ext cx="0" cy="3141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BFBFB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462" name="Google Shape;462;p257"/>
              <p:cNvSpPr/>
              <p:nvPr/>
            </p:nvSpPr>
            <p:spPr>
              <a:xfrm>
                <a:off x="5071929" y="2014294"/>
                <a:ext cx="651510" cy="651510"/>
              </a:xfrm>
              <a:prstGeom prst="ellipse">
                <a:avLst/>
              </a:prstGeom>
              <a:solidFill>
                <a:srgbClr val="F2F2F2"/>
              </a:solidFill>
              <a:ln w="25400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Public Sans"/>
                  <a:ea typeface="Public Sans"/>
                  <a:cs typeface="Public Sans"/>
                  <a:sym typeface="Public Sans"/>
                </a:endParaRPr>
              </a:p>
            </p:txBody>
          </p:sp>
          <p:sp>
            <p:nvSpPr>
              <p:cNvPr id="461" name="Google Shape;461;p257"/>
              <p:cNvSpPr/>
              <p:nvPr/>
            </p:nvSpPr>
            <p:spPr>
              <a:xfrm>
                <a:off x="5142721" y="2085086"/>
                <a:ext cx="509926" cy="509926"/>
              </a:xfrm>
              <a:prstGeom prst="ellipse">
                <a:avLst/>
              </a:prstGeom>
              <a:solidFill>
                <a:schemeClr val="lt1"/>
              </a:solidFill>
              <a:ln w="254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lang="en-US" sz="1400" b="1" i="0" u="none" strike="noStrike" cap="none">
                    <a:solidFill>
                      <a:schemeClr val="dk1"/>
                    </a:solidFill>
                    <a:latin typeface="Public Sans"/>
                    <a:ea typeface="Public Sans"/>
                    <a:cs typeface="Public Sans"/>
                    <a:sym typeface="Public Sans"/>
                  </a:rPr>
                  <a:t>3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63" name="Google Shape;463;p257"/>
            <p:cNvGrpSpPr/>
            <p:nvPr/>
          </p:nvGrpSpPr>
          <p:grpSpPr>
            <a:xfrm>
              <a:off x="7626748" y="1720353"/>
              <a:ext cx="651510" cy="894818"/>
              <a:chOff x="7469822" y="2014294"/>
              <a:chExt cx="651510" cy="894818"/>
            </a:xfrm>
          </p:grpSpPr>
          <p:cxnSp>
            <p:nvCxnSpPr>
              <p:cNvPr id="464" name="Google Shape;464;p257"/>
              <p:cNvCxnSpPr>
                <a:endCxn id="465" idx="4"/>
              </p:cNvCxnSpPr>
              <p:nvPr/>
            </p:nvCxnSpPr>
            <p:spPr>
              <a:xfrm rot="10800000">
                <a:off x="7795577" y="2595012"/>
                <a:ext cx="0" cy="3141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BFBFB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466" name="Google Shape;466;p257"/>
              <p:cNvSpPr/>
              <p:nvPr/>
            </p:nvSpPr>
            <p:spPr>
              <a:xfrm>
                <a:off x="7469822" y="2014294"/>
                <a:ext cx="651510" cy="651510"/>
              </a:xfrm>
              <a:prstGeom prst="ellipse">
                <a:avLst/>
              </a:prstGeom>
              <a:solidFill>
                <a:srgbClr val="F2F2F2"/>
              </a:solidFill>
              <a:ln w="25400" cap="flat" cmpd="sng">
                <a:solidFill>
                  <a:srgbClr val="E094A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Public Sans"/>
                  <a:ea typeface="Public Sans"/>
                  <a:cs typeface="Public Sans"/>
                  <a:sym typeface="Public Sans"/>
                </a:endParaRPr>
              </a:p>
            </p:txBody>
          </p:sp>
          <p:sp>
            <p:nvSpPr>
              <p:cNvPr id="465" name="Google Shape;465;p257"/>
              <p:cNvSpPr/>
              <p:nvPr/>
            </p:nvSpPr>
            <p:spPr>
              <a:xfrm>
                <a:off x="7540614" y="2085086"/>
                <a:ext cx="509926" cy="509926"/>
              </a:xfrm>
              <a:prstGeom prst="ellipse">
                <a:avLst/>
              </a:prstGeom>
              <a:solidFill>
                <a:schemeClr val="lt1"/>
              </a:solidFill>
              <a:ln w="254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lang="en-US" sz="1400" b="1" i="0" u="none" strike="noStrike" cap="none">
                    <a:solidFill>
                      <a:schemeClr val="dk1"/>
                    </a:solidFill>
                    <a:latin typeface="Public Sans"/>
                    <a:ea typeface="Public Sans"/>
                    <a:cs typeface="Public Sans"/>
                    <a:sym typeface="Public Sans"/>
                  </a:rPr>
                  <a:t>4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67" name="Google Shape;467;p257"/>
            <p:cNvGrpSpPr/>
            <p:nvPr/>
          </p:nvGrpSpPr>
          <p:grpSpPr>
            <a:xfrm>
              <a:off x="865742" y="1720353"/>
              <a:ext cx="651510" cy="894818"/>
              <a:chOff x="888704" y="2014294"/>
              <a:chExt cx="651510" cy="894818"/>
            </a:xfrm>
          </p:grpSpPr>
          <p:cxnSp>
            <p:nvCxnSpPr>
              <p:cNvPr id="468" name="Google Shape;468;p257"/>
              <p:cNvCxnSpPr>
                <a:endCxn id="469" idx="4"/>
              </p:cNvCxnSpPr>
              <p:nvPr/>
            </p:nvCxnSpPr>
            <p:spPr>
              <a:xfrm rot="10800000">
                <a:off x="1214459" y="2595012"/>
                <a:ext cx="0" cy="3141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BFBFB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470" name="Google Shape;470;p257"/>
              <p:cNvSpPr/>
              <p:nvPr/>
            </p:nvSpPr>
            <p:spPr>
              <a:xfrm>
                <a:off x="888704" y="2014294"/>
                <a:ext cx="651510" cy="651510"/>
              </a:xfrm>
              <a:prstGeom prst="ellipse">
                <a:avLst/>
              </a:prstGeom>
              <a:solidFill>
                <a:srgbClr val="F2F2F2"/>
              </a:solidFill>
              <a:ln w="25400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Public Sans"/>
                  <a:ea typeface="Public Sans"/>
                  <a:cs typeface="Public Sans"/>
                  <a:sym typeface="Public Sans"/>
                </a:endParaRPr>
              </a:p>
            </p:txBody>
          </p:sp>
          <p:sp>
            <p:nvSpPr>
              <p:cNvPr id="469" name="Google Shape;469;p257"/>
              <p:cNvSpPr/>
              <p:nvPr/>
            </p:nvSpPr>
            <p:spPr>
              <a:xfrm>
                <a:off x="959496" y="2085086"/>
                <a:ext cx="509926" cy="509926"/>
              </a:xfrm>
              <a:prstGeom prst="ellipse">
                <a:avLst/>
              </a:prstGeom>
              <a:solidFill>
                <a:schemeClr val="lt1"/>
              </a:solidFill>
              <a:ln w="254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lang="en-US" sz="1400" b="1" i="0" u="none" strike="noStrike" cap="none">
                    <a:solidFill>
                      <a:schemeClr val="dk1"/>
                    </a:solidFill>
                    <a:latin typeface="Public Sans"/>
                    <a:ea typeface="Public Sans"/>
                    <a:cs typeface="Public Sans"/>
                    <a:sym typeface="Public Sans"/>
                  </a:rPr>
                  <a:t>1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471" name="Google Shape;471;p257"/>
          <p:cNvSpPr txBox="1">
            <a:spLocks noGrp="1"/>
          </p:cNvSpPr>
          <p:nvPr>
            <p:ph type="body" idx="1"/>
          </p:nvPr>
        </p:nvSpPr>
        <p:spPr>
          <a:xfrm>
            <a:off x="2587791" y="2800130"/>
            <a:ext cx="1714750" cy="32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72" name="Google Shape;472;p257"/>
          <p:cNvSpPr txBox="1">
            <a:spLocks noGrp="1"/>
          </p:cNvSpPr>
          <p:nvPr>
            <p:ph type="body" idx="2"/>
          </p:nvPr>
        </p:nvSpPr>
        <p:spPr>
          <a:xfrm>
            <a:off x="334122" y="2800130"/>
            <a:ext cx="1714750" cy="32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73" name="Google Shape;473;p257"/>
          <p:cNvSpPr txBox="1">
            <a:spLocks noGrp="1"/>
          </p:cNvSpPr>
          <p:nvPr>
            <p:ph type="body" idx="3"/>
          </p:nvPr>
        </p:nvSpPr>
        <p:spPr>
          <a:xfrm>
            <a:off x="4841460" y="2800130"/>
            <a:ext cx="1714750" cy="32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74" name="Google Shape;474;p257"/>
          <p:cNvSpPr txBox="1">
            <a:spLocks noGrp="1"/>
          </p:cNvSpPr>
          <p:nvPr>
            <p:ph type="body" idx="4"/>
          </p:nvPr>
        </p:nvSpPr>
        <p:spPr>
          <a:xfrm>
            <a:off x="7095128" y="2800130"/>
            <a:ext cx="1714750" cy="32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75" name="Google Shape;475;p257"/>
          <p:cNvSpPr txBox="1">
            <a:spLocks noGrp="1"/>
          </p:cNvSpPr>
          <p:nvPr>
            <p:ph type="body" idx="5"/>
          </p:nvPr>
        </p:nvSpPr>
        <p:spPr>
          <a:xfrm>
            <a:off x="2587791" y="3177201"/>
            <a:ext cx="1714750" cy="7914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76" name="Google Shape;476;p257"/>
          <p:cNvSpPr txBox="1">
            <a:spLocks noGrp="1"/>
          </p:cNvSpPr>
          <p:nvPr>
            <p:ph type="body" idx="6"/>
          </p:nvPr>
        </p:nvSpPr>
        <p:spPr>
          <a:xfrm>
            <a:off x="334122" y="3177201"/>
            <a:ext cx="1714750" cy="7914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77" name="Google Shape;477;p257"/>
          <p:cNvSpPr txBox="1">
            <a:spLocks noGrp="1"/>
          </p:cNvSpPr>
          <p:nvPr>
            <p:ph type="body" idx="7"/>
          </p:nvPr>
        </p:nvSpPr>
        <p:spPr>
          <a:xfrm>
            <a:off x="4841460" y="3177201"/>
            <a:ext cx="1714750" cy="7914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78" name="Google Shape;478;p257"/>
          <p:cNvSpPr txBox="1">
            <a:spLocks noGrp="1"/>
          </p:cNvSpPr>
          <p:nvPr>
            <p:ph type="body" idx="8"/>
          </p:nvPr>
        </p:nvSpPr>
        <p:spPr>
          <a:xfrm>
            <a:off x="7095128" y="3177201"/>
            <a:ext cx="1714750" cy="7914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79" name="Google Shape;479;p257"/>
          <p:cNvSpPr txBox="1">
            <a:spLocks noGrp="1"/>
          </p:cNvSpPr>
          <p:nvPr>
            <p:ph type="title"/>
          </p:nvPr>
        </p:nvSpPr>
        <p:spPr>
          <a:xfrm>
            <a:off x="135731" y="202405"/>
            <a:ext cx="7886700" cy="344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366A"/>
              </a:buClr>
              <a:buSzPts val="1700"/>
              <a:buFont typeface="Public Sans"/>
              <a:buNone/>
              <a:defRPr sz="1700" b="1" i="0" u="none" strike="noStrike" cap="none">
                <a:solidFill>
                  <a:srgbClr val="22366A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80" name="Google Shape;480;p257"/>
          <p:cNvSpPr/>
          <p:nvPr/>
        </p:nvSpPr>
        <p:spPr>
          <a:xfrm>
            <a:off x="0" y="202405"/>
            <a:ext cx="135731" cy="344091"/>
          </a:xfrm>
          <a:prstGeom prst="rect">
            <a:avLst/>
          </a:prstGeom>
          <a:solidFill>
            <a:srgbClr val="22366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1_Caption 31">
    <p:spTree>
      <p:nvGrpSpPr>
        <p:cNvPr id="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2" name="Google Shape;482;p258" descr="Shape&#10;&#10;Description automatically generated with low confidenc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3990" cy="514349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83" name="Google Shape;483;p258"/>
          <p:cNvGrpSpPr/>
          <p:nvPr/>
        </p:nvGrpSpPr>
        <p:grpSpPr>
          <a:xfrm>
            <a:off x="1114581" y="3141131"/>
            <a:ext cx="175260" cy="1120085"/>
            <a:chOff x="973176" y="3197693"/>
            <a:chExt cx="175260" cy="1120085"/>
          </a:xfrm>
        </p:grpSpPr>
        <p:sp>
          <p:nvSpPr>
            <p:cNvPr id="484" name="Google Shape;484;p258"/>
            <p:cNvSpPr/>
            <p:nvPr/>
          </p:nvSpPr>
          <p:spPr>
            <a:xfrm>
              <a:off x="973176" y="3197693"/>
              <a:ext cx="175260" cy="373913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85" name="Google Shape;485;p258"/>
            <p:cNvCxnSpPr/>
            <p:nvPr/>
          </p:nvCxnSpPr>
          <p:spPr>
            <a:xfrm>
              <a:off x="1060806" y="3403616"/>
              <a:ext cx="0" cy="914162"/>
            </a:xfrm>
            <a:prstGeom prst="straightConnector1">
              <a:avLst/>
            </a:prstGeom>
            <a:noFill/>
            <a:ln w="1270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486" name="Google Shape;486;p258"/>
          <p:cNvGrpSpPr/>
          <p:nvPr/>
        </p:nvGrpSpPr>
        <p:grpSpPr>
          <a:xfrm>
            <a:off x="5033439" y="1436374"/>
            <a:ext cx="175260" cy="1120085"/>
            <a:chOff x="4892034" y="1492936"/>
            <a:chExt cx="175260" cy="1120085"/>
          </a:xfrm>
        </p:grpSpPr>
        <p:sp>
          <p:nvSpPr>
            <p:cNvPr id="487" name="Google Shape;487;p258"/>
            <p:cNvSpPr/>
            <p:nvPr/>
          </p:nvSpPr>
          <p:spPr>
            <a:xfrm>
              <a:off x="4892034" y="1492936"/>
              <a:ext cx="175260" cy="373913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88" name="Google Shape;488;p258"/>
            <p:cNvCxnSpPr/>
            <p:nvPr/>
          </p:nvCxnSpPr>
          <p:spPr>
            <a:xfrm>
              <a:off x="4979664" y="1698859"/>
              <a:ext cx="0" cy="914162"/>
            </a:xfrm>
            <a:prstGeom prst="straightConnector1">
              <a:avLst/>
            </a:prstGeom>
            <a:noFill/>
            <a:ln w="1270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489" name="Google Shape;489;p258"/>
          <p:cNvGrpSpPr/>
          <p:nvPr/>
        </p:nvGrpSpPr>
        <p:grpSpPr>
          <a:xfrm>
            <a:off x="1114581" y="1436374"/>
            <a:ext cx="175260" cy="1120085"/>
            <a:chOff x="973176" y="1492936"/>
            <a:chExt cx="175260" cy="1120085"/>
          </a:xfrm>
        </p:grpSpPr>
        <p:cxnSp>
          <p:nvCxnSpPr>
            <p:cNvPr id="490" name="Google Shape;490;p258"/>
            <p:cNvCxnSpPr/>
            <p:nvPr/>
          </p:nvCxnSpPr>
          <p:spPr>
            <a:xfrm>
              <a:off x="1060806" y="1698859"/>
              <a:ext cx="0" cy="914162"/>
            </a:xfrm>
            <a:prstGeom prst="straightConnector1">
              <a:avLst/>
            </a:prstGeom>
            <a:noFill/>
            <a:ln w="127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491" name="Google Shape;491;p258"/>
            <p:cNvSpPr/>
            <p:nvPr/>
          </p:nvSpPr>
          <p:spPr>
            <a:xfrm>
              <a:off x="973176" y="1492936"/>
              <a:ext cx="175260" cy="37391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92" name="Google Shape;492;p258"/>
          <p:cNvGrpSpPr/>
          <p:nvPr/>
        </p:nvGrpSpPr>
        <p:grpSpPr>
          <a:xfrm>
            <a:off x="5033439" y="3141131"/>
            <a:ext cx="175260" cy="1120085"/>
            <a:chOff x="4892034" y="3197693"/>
            <a:chExt cx="175260" cy="1120085"/>
          </a:xfrm>
        </p:grpSpPr>
        <p:cxnSp>
          <p:nvCxnSpPr>
            <p:cNvPr id="493" name="Google Shape;493;p258"/>
            <p:cNvCxnSpPr/>
            <p:nvPr/>
          </p:nvCxnSpPr>
          <p:spPr>
            <a:xfrm>
              <a:off x="4979664" y="3403616"/>
              <a:ext cx="0" cy="914162"/>
            </a:xfrm>
            <a:prstGeom prst="straightConnector1">
              <a:avLst/>
            </a:prstGeom>
            <a:noFill/>
            <a:ln w="127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494" name="Google Shape;494;p258"/>
            <p:cNvSpPr/>
            <p:nvPr/>
          </p:nvSpPr>
          <p:spPr>
            <a:xfrm>
              <a:off x="4892034" y="3197693"/>
              <a:ext cx="175260" cy="37391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95" name="Google Shape;495;p258"/>
          <p:cNvSpPr txBox="1">
            <a:spLocks noGrp="1"/>
          </p:cNvSpPr>
          <p:nvPr>
            <p:ph type="body" idx="1"/>
          </p:nvPr>
        </p:nvSpPr>
        <p:spPr>
          <a:xfrm>
            <a:off x="1334722" y="1472343"/>
            <a:ext cx="2629745" cy="3186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accent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96" name="Google Shape;496;p258"/>
          <p:cNvSpPr txBox="1">
            <a:spLocks noGrp="1"/>
          </p:cNvSpPr>
          <p:nvPr>
            <p:ph type="body" idx="2"/>
          </p:nvPr>
        </p:nvSpPr>
        <p:spPr>
          <a:xfrm>
            <a:off x="5253579" y="1472343"/>
            <a:ext cx="2629745" cy="3186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lt2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97" name="Google Shape;497;p258"/>
          <p:cNvSpPr txBox="1">
            <a:spLocks noGrp="1"/>
          </p:cNvSpPr>
          <p:nvPr>
            <p:ph type="body" idx="3"/>
          </p:nvPr>
        </p:nvSpPr>
        <p:spPr>
          <a:xfrm>
            <a:off x="1334722" y="3177100"/>
            <a:ext cx="2629745" cy="3186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lt2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98" name="Google Shape;498;p258"/>
          <p:cNvSpPr txBox="1">
            <a:spLocks noGrp="1"/>
          </p:cNvSpPr>
          <p:nvPr>
            <p:ph type="body" idx="4"/>
          </p:nvPr>
        </p:nvSpPr>
        <p:spPr>
          <a:xfrm>
            <a:off x="5253579" y="3177100"/>
            <a:ext cx="2629745" cy="3186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accent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99" name="Google Shape;499;p258"/>
          <p:cNvSpPr txBox="1">
            <a:spLocks noGrp="1"/>
          </p:cNvSpPr>
          <p:nvPr>
            <p:ph type="body" idx="5"/>
          </p:nvPr>
        </p:nvSpPr>
        <p:spPr>
          <a:xfrm>
            <a:off x="1334722" y="1886477"/>
            <a:ext cx="2629745" cy="3186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00" name="Google Shape;500;p258"/>
          <p:cNvSpPr txBox="1">
            <a:spLocks noGrp="1"/>
          </p:cNvSpPr>
          <p:nvPr>
            <p:ph type="body" idx="6"/>
          </p:nvPr>
        </p:nvSpPr>
        <p:spPr>
          <a:xfrm>
            <a:off x="5253579" y="1886477"/>
            <a:ext cx="2629745" cy="3186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01" name="Google Shape;501;p258"/>
          <p:cNvSpPr txBox="1">
            <a:spLocks noGrp="1"/>
          </p:cNvSpPr>
          <p:nvPr>
            <p:ph type="body" idx="7"/>
          </p:nvPr>
        </p:nvSpPr>
        <p:spPr>
          <a:xfrm>
            <a:off x="1334722" y="3591234"/>
            <a:ext cx="2629745" cy="3186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02" name="Google Shape;502;p258"/>
          <p:cNvSpPr txBox="1">
            <a:spLocks noGrp="1"/>
          </p:cNvSpPr>
          <p:nvPr>
            <p:ph type="body" idx="8"/>
          </p:nvPr>
        </p:nvSpPr>
        <p:spPr>
          <a:xfrm>
            <a:off x="5253579" y="3591234"/>
            <a:ext cx="2629745" cy="3186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03" name="Google Shape;503;p258"/>
          <p:cNvSpPr txBox="1">
            <a:spLocks noGrp="1"/>
          </p:cNvSpPr>
          <p:nvPr>
            <p:ph type="title"/>
          </p:nvPr>
        </p:nvSpPr>
        <p:spPr>
          <a:xfrm>
            <a:off x="135731" y="202405"/>
            <a:ext cx="7886700" cy="344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366A"/>
              </a:buClr>
              <a:buSzPts val="1700"/>
              <a:buFont typeface="Public Sans"/>
              <a:buNone/>
              <a:defRPr sz="1700" b="1" i="0" u="none" strike="noStrike" cap="none">
                <a:solidFill>
                  <a:srgbClr val="22366A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04" name="Google Shape;504;p258"/>
          <p:cNvSpPr/>
          <p:nvPr/>
        </p:nvSpPr>
        <p:spPr>
          <a:xfrm>
            <a:off x="0" y="202405"/>
            <a:ext cx="135731" cy="344091"/>
          </a:xfrm>
          <a:prstGeom prst="rect">
            <a:avLst/>
          </a:prstGeom>
          <a:solidFill>
            <a:srgbClr val="22366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1_Caption 32">
    <p:spTree>
      <p:nvGrpSpPr>
        <p:cNvPr id="1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6" name="Google Shape;506;p259" descr="Shape&#10;&#10;Description automatically generated with low confidenc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3990" cy="514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07" name="Google Shape;507;p259"/>
          <p:cNvGrpSpPr/>
          <p:nvPr/>
        </p:nvGrpSpPr>
        <p:grpSpPr>
          <a:xfrm>
            <a:off x="270520" y="225967"/>
            <a:ext cx="175260" cy="2964623"/>
            <a:chOff x="270520" y="1140367"/>
            <a:chExt cx="175260" cy="2964623"/>
          </a:xfrm>
        </p:grpSpPr>
        <p:grpSp>
          <p:nvGrpSpPr>
            <p:cNvPr id="508" name="Google Shape;508;p259"/>
            <p:cNvGrpSpPr/>
            <p:nvPr/>
          </p:nvGrpSpPr>
          <p:grpSpPr>
            <a:xfrm>
              <a:off x="270520" y="2780648"/>
              <a:ext cx="175260" cy="1324342"/>
              <a:chOff x="129115" y="2837210"/>
              <a:chExt cx="175260" cy="1324342"/>
            </a:xfrm>
          </p:grpSpPr>
          <p:sp>
            <p:nvSpPr>
              <p:cNvPr id="509" name="Google Shape;509;p259"/>
              <p:cNvSpPr/>
              <p:nvPr/>
            </p:nvSpPr>
            <p:spPr>
              <a:xfrm>
                <a:off x="129115" y="2837210"/>
                <a:ext cx="175260" cy="373913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510" name="Google Shape;510;p259"/>
              <p:cNvCxnSpPr/>
              <p:nvPr/>
            </p:nvCxnSpPr>
            <p:spPr>
              <a:xfrm>
                <a:off x="216745" y="3048709"/>
                <a:ext cx="0" cy="1112843"/>
              </a:xfrm>
              <a:prstGeom prst="straightConnector1">
                <a:avLst/>
              </a:prstGeom>
              <a:noFill/>
              <a:ln w="12700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grpSp>
          <p:nvGrpSpPr>
            <p:cNvPr id="511" name="Google Shape;511;p259"/>
            <p:cNvGrpSpPr/>
            <p:nvPr/>
          </p:nvGrpSpPr>
          <p:grpSpPr>
            <a:xfrm>
              <a:off x="270520" y="1140367"/>
              <a:ext cx="175260" cy="1310953"/>
              <a:chOff x="129115" y="1196929"/>
              <a:chExt cx="175260" cy="1310953"/>
            </a:xfrm>
          </p:grpSpPr>
          <p:cxnSp>
            <p:nvCxnSpPr>
              <p:cNvPr id="512" name="Google Shape;512;p259"/>
              <p:cNvCxnSpPr/>
              <p:nvPr/>
            </p:nvCxnSpPr>
            <p:spPr>
              <a:xfrm>
                <a:off x="216745" y="1402852"/>
                <a:ext cx="0" cy="1105030"/>
              </a:xfrm>
              <a:prstGeom prst="straightConnector1">
                <a:avLst/>
              </a:prstGeom>
              <a:noFill/>
              <a:ln w="12700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513" name="Google Shape;513;p259"/>
              <p:cNvSpPr/>
              <p:nvPr/>
            </p:nvSpPr>
            <p:spPr>
              <a:xfrm>
                <a:off x="129115" y="1196929"/>
                <a:ext cx="175260" cy="373913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514" name="Google Shape;514;p259"/>
          <p:cNvSpPr txBox="1"/>
          <p:nvPr/>
        </p:nvSpPr>
        <p:spPr>
          <a:xfrm>
            <a:off x="445780" y="1901300"/>
            <a:ext cx="2629745" cy="3186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chemeClr val="lt2"/>
                </a:solidFill>
                <a:latin typeface="Public Sans"/>
                <a:ea typeface="Public Sans"/>
                <a:cs typeface="Public Sans"/>
                <a:sym typeface="Public Sans"/>
              </a:rPr>
              <a:t>Task -5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5" name="Google Shape;515;p259"/>
          <p:cNvSpPr txBox="1"/>
          <p:nvPr/>
        </p:nvSpPr>
        <p:spPr>
          <a:xfrm>
            <a:off x="445779" y="237121"/>
            <a:ext cx="2629745" cy="3186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rPr>
              <a:t>Task -4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6" name="Google Shape;516;p259"/>
          <p:cNvSpPr txBox="1"/>
          <p:nvPr/>
        </p:nvSpPr>
        <p:spPr>
          <a:xfrm>
            <a:off x="489450" y="1058210"/>
            <a:ext cx="4593580" cy="3186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Evaluation Metric:</a:t>
            </a:r>
            <a:endParaRPr sz="1200" b="0" i="0" u="none" strike="noStrike" cap="none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517" name="Google Shape;517;p259"/>
          <p:cNvSpPr txBox="1"/>
          <p:nvPr/>
        </p:nvSpPr>
        <p:spPr>
          <a:xfrm>
            <a:off x="489450" y="2722389"/>
            <a:ext cx="4593580" cy="3186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Evaluation Metric:</a:t>
            </a:r>
            <a:endParaRPr sz="1200" b="0" i="0" u="none" strike="noStrike" cap="none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1_Caption 33"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9" name="Google Shape;519;p260" descr="Shape&#10;&#10;Description automatically generated with low confidenc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3990" cy="514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20" name="Google Shape;520;p260"/>
          <p:cNvGrpSpPr/>
          <p:nvPr/>
        </p:nvGrpSpPr>
        <p:grpSpPr>
          <a:xfrm>
            <a:off x="270520" y="225967"/>
            <a:ext cx="175260" cy="2964623"/>
            <a:chOff x="270520" y="1140367"/>
            <a:chExt cx="175260" cy="2964623"/>
          </a:xfrm>
        </p:grpSpPr>
        <p:grpSp>
          <p:nvGrpSpPr>
            <p:cNvPr id="521" name="Google Shape;521;p260"/>
            <p:cNvGrpSpPr/>
            <p:nvPr/>
          </p:nvGrpSpPr>
          <p:grpSpPr>
            <a:xfrm>
              <a:off x="270520" y="2780648"/>
              <a:ext cx="175260" cy="1324342"/>
              <a:chOff x="129115" y="2837210"/>
              <a:chExt cx="175260" cy="1324342"/>
            </a:xfrm>
          </p:grpSpPr>
          <p:sp>
            <p:nvSpPr>
              <p:cNvPr id="522" name="Google Shape;522;p260"/>
              <p:cNvSpPr/>
              <p:nvPr/>
            </p:nvSpPr>
            <p:spPr>
              <a:xfrm>
                <a:off x="129115" y="2837210"/>
                <a:ext cx="175260" cy="373913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523" name="Google Shape;523;p260"/>
              <p:cNvCxnSpPr/>
              <p:nvPr/>
            </p:nvCxnSpPr>
            <p:spPr>
              <a:xfrm>
                <a:off x="216745" y="3048709"/>
                <a:ext cx="0" cy="1112843"/>
              </a:xfrm>
              <a:prstGeom prst="straightConnector1">
                <a:avLst/>
              </a:prstGeom>
              <a:noFill/>
              <a:ln w="12700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grpSp>
          <p:nvGrpSpPr>
            <p:cNvPr id="524" name="Google Shape;524;p260"/>
            <p:cNvGrpSpPr/>
            <p:nvPr/>
          </p:nvGrpSpPr>
          <p:grpSpPr>
            <a:xfrm>
              <a:off x="270520" y="1140367"/>
              <a:ext cx="175260" cy="1310953"/>
              <a:chOff x="129115" y="1196929"/>
              <a:chExt cx="175260" cy="1310953"/>
            </a:xfrm>
          </p:grpSpPr>
          <p:cxnSp>
            <p:nvCxnSpPr>
              <p:cNvPr id="525" name="Google Shape;525;p260"/>
              <p:cNvCxnSpPr/>
              <p:nvPr/>
            </p:nvCxnSpPr>
            <p:spPr>
              <a:xfrm>
                <a:off x="216745" y="1402852"/>
                <a:ext cx="0" cy="1105030"/>
              </a:xfrm>
              <a:prstGeom prst="straightConnector1">
                <a:avLst/>
              </a:prstGeom>
              <a:noFill/>
              <a:ln w="12700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526" name="Google Shape;526;p260"/>
              <p:cNvSpPr/>
              <p:nvPr/>
            </p:nvSpPr>
            <p:spPr>
              <a:xfrm>
                <a:off x="129115" y="1196929"/>
                <a:ext cx="175260" cy="373913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527" name="Google Shape;527;p260"/>
          <p:cNvSpPr txBox="1">
            <a:spLocks noGrp="1"/>
          </p:cNvSpPr>
          <p:nvPr>
            <p:ph type="body" idx="1"/>
          </p:nvPr>
        </p:nvSpPr>
        <p:spPr>
          <a:xfrm>
            <a:off x="446700" y="298297"/>
            <a:ext cx="2629745" cy="3186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28" name="Google Shape;528;p260"/>
          <p:cNvSpPr txBox="1">
            <a:spLocks noGrp="1"/>
          </p:cNvSpPr>
          <p:nvPr>
            <p:ph type="body" idx="2"/>
          </p:nvPr>
        </p:nvSpPr>
        <p:spPr>
          <a:xfrm>
            <a:off x="454281" y="1895111"/>
            <a:ext cx="2629745" cy="3186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lt2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29" name="Google Shape;529;p260"/>
          <p:cNvSpPr txBox="1">
            <a:spLocks noGrp="1"/>
          </p:cNvSpPr>
          <p:nvPr>
            <p:ph type="body" idx="3"/>
          </p:nvPr>
        </p:nvSpPr>
        <p:spPr>
          <a:xfrm>
            <a:off x="446700" y="712431"/>
            <a:ext cx="2629745" cy="3186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30" name="Google Shape;530;p260"/>
          <p:cNvSpPr txBox="1">
            <a:spLocks noGrp="1"/>
          </p:cNvSpPr>
          <p:nvPr>
            <p:ph type="body" idx="4"/>
          </p:nvPr>
        </p:nvSpPr>
        <p:spPr>
          <a:xfrm>
            <a:off x="454281" y="2309245"/>
            <a:ext cx="2629745" cy="3186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1_Caption 34">
    <p:spTree>
      <p:nvGrpSpPr>
        <p:cNvPr id="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2" name="Google Shape;532;p261" descr="Shape&#10;&#10;Description automatically generated with low confidenc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33" name="Google Shape;533;p261"/>
          <p:cNvGrpSpPr/>
          <p:nvPr/>
        </p:nvGrpSpPr>
        <p:grpSpPr>
          <a:xfrm>
            <a:off x="240067" y="2283802"/>
            <a:ext cx="8663867" cy="930794"/>
            <a:chOff x="198438" y="775483"/>
            <a:chExt cx="8634888" cy="927681"/>
          </a:xfrm>
        </p:grpSpPr>
        <p:pic>
          <p:nvPicPr>
            <p:cNvPr id="534" name="Google Shape;534;p261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98438" y="775483"/>
              <a:ext cx="8634888" cy="92768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5" name="Google Shape;535;p261"/>
            <p:cNvSpPr txBox="1"/>
            <p:nvPr/>
          </p:nvSpPr>
          <p:spPr>
            <a:xfrm>
              <a:off x="1373561" y="1093639"/>
              <a:ext cx="504693" cy="29136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arial"/>
                <a:buNone/>
              </a:pPr>
              <a:r>
                <a:rPr lang="en-US" sz="1300" b="1" i="0" u="none" strike="noStrike" cap="none">
                  <a:solidFill>
                    <a:schemeClr val="lt1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1</a:t>
              </a:r>
              <a:endPara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6" name="Google Shape;536;p261"/>
            <p:cNvSpPr txBox="1"/>
            <p:nvPr/>
          </p:nvSpPr>
          <p:spPr>
            <a:xfrm>
              <a:off x="3315869" y="1093639"/>
              <a:ext cx="504693" cy="29136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arial"/>
                <a:buNone/>
              </a:pPr>
              <a:r>
                <a:rPr lang="en-US" sz="1300" b="1" i="0" u="none" strike="noStrike" cap="none">
                  <a:solidFill>
                    <a:schemeClr val="lt1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2</a:t>
              </a:r>
              <a:endPara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7" name="Google Shape;537;p261"/>
            <p:cNvSpPr txBox="1"/>
            <p:nvPr/>
          </p:nvSpPr>
          <p:spPr>
            <a:xfrm>
              <a:off x="5225949" y="1093639"/>
              <a:ext cx="504693" cy="29136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arial"/>
                <a:buNone/>
              </a:pPr>
              <a:r>
                <a:rPr lang="en-US" sz="1300" b="1" i="0" u="none" strike="noStrike" cap="none">
                  <a:solidFill>
                    <a:schemeClr val="lt1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3</a:t>
              </a:r>
              <a:endPara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8" name="Google Shape;538;p261"/>
            <p:cNvSpPr txBox="1"/>
            <p:nvPr/>
          </p:nvSpPr>
          <p:spPr>
            <a:xfrm>
              <a:off x="7168257" y="1093639"/>
              <a:ext cx="504693" cy="29136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arial"/>
                <a:buNone/>
              </a:pPr>
              <a:r>
                <a:rPr lang="en-US" sz="1300" b="1" i="0" u="none" strike="noStrike" cap="none">
                  <a:solidFill>
                    <a:schemeClr val="lt1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4</a:t>
              </a:r>
              <a:endPara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39" name="Google Shape;539;p261"/>
          <p:cNvSpPr txBox="1">
            <a:spLocks noGrp="1"/>
          </p:cNvSpPr>
          <p:nvPr>
            <p:ph type="body" idx="1"/>
          </p:nvPr>
        </p:nvSpPr>
        <p:spPr>
          <a:xfrm>
            <a:off x="590581" y="1746274"/>
            <a:ext cx="2163492" cy="3271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40" name="Google Shape;540;p261"/>
          <p:cNvSpPr txBox="1">
            <a:spLocks noGrp="1"/>
          </p:cNvSpPr>
          <p:nvPr>
            <p:ph type="body" idx="2"/>
          </p:nvPr>
        </p:nvSpPr>
        <p:spPr>
          <a:xfrm>
            <a:off x="2539407" y="3425008"/>
            <a:ext cx="2163492" cy="3271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41" name="Google Shape;541;p261"/>
          <p:cNvSpPr txBox="1">
            <a:spLocks noGrp="1"/>
          </p:cNvSpPr>
          <p:nvPr>
            <p:ph type="body" idx="3"/>
          </p:nvPr>
        </p:nvSpPr>
        <p:spPr>
          <a:xfrm>
            <a:off x="6404724" y="3425008"/>
            <a:ext cx="2163492" cy="3271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42" name="Google Shape;542;p261"/>
          <p:cNvSpPr txBox="1">
            <a:spLocks noGrp="1"/>
          </p:cNvSpPr>
          <p:nvPr>
            <p:ph type="body" idx="4"/>
          </p:nvPr>
        </p:nvSpPr>
        <p:spPr>
          <a:xfrm>
            <a:off x="4455898" y="1746274"/>
            <a:ext cx="2163492" cy="3271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43" name="Google Shape;543;p261"/>
          <p:cNvSpPr txBox="1">
            <a:spLocks noGrp="1"/>
          </p:cNvSpPr>
          <p:nvPr>
            <p:ph type="title"/>
          </p:nvPr>
        </p:nvSpPr>
        <p:spPr>
          <a:xfrm>
            <a:off x="135731" y="202405"/>
            <a:ext cx="7886700" cy="344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366A"/>
              </a:buClr>
              <a:buSzPts val="1700"/>
              <a:buFont typeface="Public Sans"/>
              <a:buNone/>
              <a:defRPr sz="1700" b="1" i="0" u="none" strike="noStrike" cap="none">
                <a:solidFill>
                  <a:srgbClr val="22366A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44" name="Google Shape;544;p261"/>
          <p:cNvSpPr/>
          <p:nvPr/>
        </p:nvSpPr>
        <p:spPr>
          <a:xfrm>
            <a:off x="0" y="202405"/>
            <a:ext cx="135731" cy="344091"/>
          </a:xfrm>
          <a:prstGeom prst="rect">
            <a:avLst/>
          </a:prstGeom>
          <a:solidFill>
            <a:srgbClr val="22366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1_Caption 35">
    <p:spTree>
      <p:nvGrpSpPr>
        <p:cNvPr id="1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6" name="Google Shape;546;p262" descr="Shape&#10;&#10;Description automatically generated with low confidenc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47" name="Google Shape;547;p262"/>
          <p:cNvSpPr/>
          <p:nvPr/>
        </p:nvSpPr>
        <p:spPr>
          <a:xfrm>
            <a:off x="775398" y="1631221"/>
            <a:ext cx="940529" cy="940529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" name="Google Shape;548;p262"/>
          <p:cNvSpPr/>
          <p:nvPr/>
        </p:nvSpPr>
        <p:spPr>
          <a:xfrm>
            <a:off x="777473" y="3291039"/>
            <a:ext cx="940529" cy="940529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9" name="Google Shape;549;p262"/>
          <p:cNvSpPr/>
          <p:nvPr/>
        </p:nvSpPr>
        <p:spPr>
          <a:xfrm>
            <a:off x="5148140" y="1631221"/>
            <a:ext cx="940529" cy="940529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0" name="Google Shape;550;p262"/>
          <p:cNvSpPr/>
          <p:nvPr/>
        </p:nvSpPr>
        <p:spPr>
          <a:xfrm>
            <a:off x="5150215" y="3291039"/>
            <a:ext cx="940529" cy="940529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" name="Google Shape;551;p262"/>
          <p:cNvSpPr txBox="1">
            <a:spLocks noGrp="1"/>
          </p:cNvSpPr>
          <p:nvPr>
            <p:ph type="body" idx="1"/>
          </p:nvPr>
        </p:nvSpPr>
        <p:spPr>
          <a:xfrm>
            <a:off x="1877630" y="1703516"/>
            <a:ext cx="2237170" cy="805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None/>
              <a:defRPr sz="1400" b="1" i="0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None/>
              <a:defRPr sz="1400" b="0" i="0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52" name="Google Shape;552;p262"/>
          <p:cNvSpPr txBox="1">
            <a:spLocks noGrp="1"/>
          </p:cNvSpPr>
          <p:nvPr>
            <p:ph type="body" idx="2"/>
          </p:nvPr>
        </p:nvSpPr>
        <p:spPr>
          <a:xfrm>
            <a:off x="6243215" y="1703516"/>
            <a:ext cx="2237170" cy="805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None/>
              <a:defRPr sz="1400" b="1" i="0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None/>
              <a:defRPr sz="1400" b="0" i="0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53" name="Google Shape;553;p262"/>
          <p:cNvSpPr txBox="1">
            <a:spLocks noGrp="1"/>
          </p:cNvSpPr>
          <p:nvPr>
            <p:ph type="body" idx="3"/>
          </p:nvPr>
        </p:nvSpPr>
        <p:spPr>
          <a:xfrm>
            <a:off x="1877630" y="3365327"/>
            <a:ext cx="2237170" cy="805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None/>
              <a:defRPr sz="1400" b="1" i="0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None/>
              <a:defRPr sz="1400" b="0" i="0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54" name="Google Shape;554;p262"/>
          <p:cNvSpPr txBox="1">
            <a:spLocks noGrp="1"/>
          </p:cNvSpPr>
          <p:nvPr>
            <p:ph type="body" idx="4"/>
          </p:nvPr>
        </p:nvSpPr>
        <p:spPr>
          <a:xfrm>
            <a:off x="6243215" y="3365327"/>
            <a:ext cx="2237170" cy="805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None/>
              <a:defRPr sz="1400" b="1" i="0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None/>
              <a:defRPr sz="1400" b="0" i="0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55" name="Google Shape;555;p262"/>
          <p:cNvSpPr>
            <a:spLocks noGrp="1"/>
          </p:cNvSpPr>
          <p:nvPr>
            <p:ph type="pic" idx="5"/>
          </p:nvPr>
        </p:nvSpPr>
        <p:spPr>
          <a:xfrm>
            <a:off x="784630" y="1640956"/>
            <a:ext cx="931297" cy="930794"/>
          </a:xfrm>
          <a:prstGeom prst="rect">
            <a:avLst/>
          </a:prstGeom>
          <a:noFill/>
          <a:ln>
            <a:noFill/>
          </a:ln>
        </p:spPr>
      </p:sp>
      <p:sp>
        <p:nvSpPr>
          <p:cNvPr id="556" name="Google Shape;556;p262"/>
          <p:cNvSpPr>
            <a:spLocks noGrp="1"/>
          </p:cNvSpPr>
          <p:nvPr>
            <p:ph type="pic" idx="6"/>
          </p:nvPr>
        </p:nvSpPr>
        <p:spPr>
          <a:xfrm>
            <a:off x="5150215" y="1640956"/>
            <a:ext cx="931297" cy="930794"/>
          </a:xfrm>
          <a:prstGeom prst="rect">
            <a:avLst/>
          </a:prstGeom>
          <a:noFill/>
          <a:ln>
            <a:noFill/>
          </a:ln>
        </p:spPr>
      </p:sp>
      <p:sp>
        <p:nvSpPr>
          <p:cNvPr id="557" name="Google Shape;557;p262"/>
          <p:cNvSpPr>
            <a:spLocks noGrp="1"/>
          </p:cNvSpPr>
          <p:nvPr>
            <p:ph type="pic" idx="7"/>
          </p:nvPr>
        </p:nvSpPr>
        <p:spPr>
          <a:xfrm>
            <a:off x="784630" y="3302767"/>
            <a:ext cx="931297" cy="930794"/>
          </a:xfrm>
          <a:prstGeom prst="rect">
            <a:avLst/>
          </a:prstGeom>
          <a:noFill/>
          <a:ln>
            <a:noFill/>
          </a:ln>
        </p:spPr>
      </p:sp>
      <p:sp>
        <p:nvSpPr>
          <p:cNvPr id="558" name="Google Shape;558;p262"/>
          <p:cNvSpPr>
            <a:spLocks noGrp="1"/>
          </p:cNvSpPr>
          <p:nvPr>
            <p:ph type="pic" idx="8"/>
          </p:nvPr>
        </p:nvSpPr>
        <p:spPr>
          <a:xfrm>
            <a:off x="5150215" y="3302767"/>
            <a:ext cx="931297" cy="930794"/>
          </a:xfrm>
          <a:prstGeom prst="rect">
            <a:avLst/>
          </a:prstGeom>
          <a:noFill/>
          <a:ln>
            <a:noFill/>
          </a:ln>
        </p:spPr>
      </p:sp>
      <p:sp>
        <p:nvSpPr>
          <p:cNvPr id="559" name="Google Shape;559;p262"/>
          <p:cNvSpPr txBox="1">
            <a:spLocks noGrp="1"/>
          </p:cNvSpPr>
          <p:nvPr>
            <p:ph type="title"/>
          </p:nvPr>
        </p:nvSpPr>
        <p:spPr>
          <a:xfrm>
            <a:off x="135731" y="202405"/>
            <a:ext cx="7886700" cy="344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366A"/>
              </a:buClr>
              <a:buSzPts val="1700"/>
              <a:buFont typeface="Public Sans"/>
              <a:buNone/>
              <a:defRPr sz="1700" b="1" i="0" u="none" strike="noStrike" cap="none">
                <a:solidFill>
                  <a:srgbClr val="22366A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60" name="Google Shape;560;p262"/>
          <p:cNvSpPr/>
          <p:nvPr/>
        </p:nvSpPr>
        <p:spPr>
          <a:xfrm>
            <a:off x="0" y="202405"/>
            <a:ext cx="135731" cy="344091"/>
          </a:xfrm>
          <a:prstGeom prst="rect">
            <a:avLst/>
          </a:prstGeom>
          <a:solidFill>
            <a:srgbClr val="22366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1_Caption 36">
    <p:spTree>
      <p:nvGrpSpPr>
        <p:cNvPr id="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2" name="Google Shape;562;p263" descr="Shape&#10;&#10;Description automatically generated with low confidenc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63" name="Google Shape;563;p263"/>
          <p:cNvGrpSpPr/>
          <p:nvPr/>
        </p:nvGrpSpPr>
        <p:grpSpPr>
          <a:xfrm>
            <a:off x="0" y="2399230"/>
            <a:ext cx="9144001" cy="2349751"/>
            <a:chOff x="0" y="2182920"/>
            <a:chExt cx="9144001" cy="2349751"/>
          </a:xfrm>
        </p:grpSpPr>
        <p:sp>
          <p:nvSpPr>
            <p:cNvPr id="564" name="Google Shape;564;p263"/>
            <p:cNvSpPr/>
            <p:nvPr/>
          </p:nvSpPr>
          <p:spPr>
            <a:xfrm>
              <a:off x="0" y="2689734"/>
              <a:ext cx="9144001" cy="1842937"/>
            </a:xfrm>
            <a:prstGeom prst="rect">
              <a:avLst/>
            </a:prstGeom>
            <a:solidFill>
              <a:srgbClr val="22366A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565" name="Google Shape;565;p263"/>
            <p:cNvGrpSpPr/>
            <p:nvPr/>
          </p:nvGrpSpPr>
          <p:grpSpPr>
            <a:xfrm>
              <a:off x="1229347" y="2182920"/>
              <a:ext cx="6685306" cy="1002265"/>
              <a:chOff x="976268" y="2064936"/>
              <a:chExt cx="6685306" cy="1002265"/>
            </a:xfrm>
          </p:grpSpPr>
          <p:sp>
            <p:nvSpPr>
              <p:cNvPr id="566" name="Google Shape;566;p263"/>
              <p:cNvSpPr/>
              <p:nvPr/>
            </p:nvSpPr>
            <p:spPr>
              <a:xfrm>
                <a:off x="976268" y="2064936"/>
                <a:ext cx="1002265" cy="1002265"/>
              </a:xfrm>
              <a:prstGeom prst="ellipse">
                <a:avLst/>
              </a:prstGeom>
              <a:solidFill>
                <a:srgbClr val="F2F2F2"/>
              </a:solidFill>
              <a:ln>
                <a:noFill/>
              </a:ln>
              <a:effectLst>
                <a:outerShdw blurRad="50800" dist="38100" dir="5400000" algn="t" rotWithShape="0">
                  <a:srgbClr val="000000">
                    <a:alpha val="40000"/>
                  </a:srgbClr>
                </a:outerShdw>
              </a:effectLst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7" name="Google Shape;567;p263"/>
              <p:cNvSpPr/>
              <p:nvPr/>
            </p:nvSpPr>
            <p:spPr>
              <a:xfrm>
                <a:off x="3817789" y="2064936"/>
                <a:ext cx="1002265" cy="1002265"/>
              </a:xfrm>
              <a:prstGeom prst="ellipse">
                <a:avLst/>
              </a:prstGeom>
              <a:solidFill>
                <a:srgbClr val="F2F2F2"/>
              </a:solidFill>
              <a:ln>
                <a:noFill/>
              </a:ln>
              <a:effectLst>
                <a:outerShdw blurRad="50800" dist="38100" dir="5400000" algn="t" rotWithShape="0">
                  <a:srgbClr val="000000">
                    <a:alpha val="40000"/>
                  </a:srgbClr>
                </a:outerShdw>
              </a:effectLst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8" name="Google Shape;568;p263"/>
              <p:cNvSpPr/>
              <p:nvPr/>
            </p:nvSpPr>
            <p:spPr>
              <a:xfrm>
                <a:off x="6659309" y="2064936"/>
                <a:ext cx="1002265" cy="1002265"/>
              </a:xfrm>
              <a:prstGeom prst="ellipse">
                <a:avLst/>
              </a:prstGeom>
              <a:solidFill>
                <a:srgbClr val="F2F2F2"/>
              </a:solidFill>
              <a:ln>
                <a:noFill/>
              </a:ln>
              <a:effectLst>
                <a:outerShdw blurRad="50800" dist="38100" dir="5400000" algn="t" rotWithShape="0">
                  <a:srgbClr val="000000">
                    <a:alpha val="40000"/>
                  </a:srgbClr>
                </a:outerShdw>
              </a:effectLst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569" name="Google Shape;569;p263"/>
          <p:cNvSpPr txBox="1">
            <a:spLocks noGrp="1"/>
          </p:cNvSpPr>
          <p:nvPr>
            <p:ph type="body" idx="1"/>
          </p:nvPr>
        </p:nvSpPr>
        <p:spPr>
          <a:xfrm>
            <a:off x="2419641" y="1132884"/>
            <a:ext cx="4304716" cy="58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ublic Sans"/>
              <a:buNone/>
              <a:defRPr sz="1500" b="0" i="1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70" name="Google Shape;570;p263"/>
          <p:cNvSpPr txBox="1">
            <a:spLocks noGrp="1"/>
          </p:cNvSpPr>
          <p:nvPr>
            <p:ph type="body" idx="2"/>
          </p:nvPr>
        </p:nvSpPr>
        <p:spPr>
          <a:xfrm>
            <a:off x="548944" y="3678716"/>
            <a:ext cx="2363068" cy="729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ublic Sans"/>
              <a:buNone/>
              <a:defRPr sz="1400" b="0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71" name="Google Shape;571;p263"/>
          <p:cNvSpPr txBox="1">
            <a:spLocks noGrp="1"/>
          </p:cNvSpPr>
          <p:nvPr>
            <p:ph type="body" idx="3"/>
          </p:nvPr>
        </p:nvSpPr>
        <p:spPr>
          <a:xfrm>
            <a:off x="3390464" y="3678716"/>
            <a:ext cx="2363068" cy="729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ublic Sans"/>
              <a:buNone/>
              <a:defRPr sz="1400" b="0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72" name="Google Shape;572;p263"/>
          <p:cNvSpPr txBox="1">
            <a:spLocks noGrp="1"/>
          </p:cNvSpPr>
          <p:nvPr>
            <p:ph type="body" idx="4"/>
          </p:nvPr>
        </p:nvSpPr>
        <p:spPr>
          <a:xfrm>
            <a:off x="6231984" y="3678716"/>
            <a:ext cx="2363068" cy="729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ublic Sans"/>
              <a:buNone/>
              <a:defRPr sz="1400" b="0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73" name="Google Shape;573;p263"/>
          <p:cNvSpPr>
            <a:spLocks noGrp="1"/>
          </p:cNvSpPr>
          <p:nvPr>
            <p:ph type="pic" idx="5"/>
          </p:nvPr>
        </p:nvSpPr>
        <p:spPr>
          <a:xfrm>
            <a:off x="1460973" y="2631002"/>
            <a:ext cx="539010" cy="538720"/>
          </a:xfrm>
          <a:prstGeom prst="rect">
            <a:avLst/>
          </a:prstGeom>
          <a:noFill/>
          <a:ln>
            <a:noFill/>
          </a:ln>
        </p:spPr>
      </p:sp>
      <p:sp>
        <p:nvSpPr>
          <p:cNvPr id="574" name="Google Shape;574;p263"/>
          <p:cNvSpPr>
            <a:spLocks noGrp="1"/>
          </p:cNvSpPr>
          <p:nvPr>
            <p:ph type="pic" idx="6"/>
          </p:nvPr>
        </p:nvSpPr>
        <p:spPr>
          <a:xfrm>
            <a:off x="4302493" y="2631002"/>
            <a:ext cx="539010" cy="538720"/>
          </a:xfrm>
          <a:prstGeom prst="rect">
            <a:avLst/>
          </a:prstGeom>
          <a:noFill/>
          <a:ln>
            <a:noFill/>
          </a:ln>
        </p:spPr>
      </p:sp>
      <p:sp>
        <p:nvSpPr>
          <p:cNvPr id="575" name="Google Shape;575;p263"/>
          <p:cNvSpPr>
            <a:spLocks noGrp="1"/>
          </p:cNvSpPr>
          <p:nvPr>
            <p:ph type="pic" idx="7"/>
          </p:nvPr>
        </p:nvSpPr>
        <p:spPr>
          <a:xfrm>
            <a:off x="7144013" y="2631002"/>
            <a:ext cx="539010" cy="538720"/>
          </a:xfrm>
          <a:prstGeom prst="rect">
            <a:avLst/>
          </a:prstGeom>
          <a:noFill/>
          <a:ln>
            <a:noFill/>
          </a:ln>
        </p:spPr>
      </p:sp>
      <p:sp>
        <p:nvSpPr>
          <p:cNvPr id="576" name="Google Shape;576;p263"/>
          <p:cNvSpPr txBox="1">
            <a:spLocks noGrp="1"/>
          </p:cNvSpPr>
          <p:nvPr>
            <p:ph type="title"/>
          </p:nvPr>
        </p:nvSpPr>
        <p:spPr>
          <a:xfrm>
            <a:off x="135731" y="202405"/>
            <a:ext cx="7886700" cy="344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366A"/>
              </a:buClr>
              <a:buSzPts val="1700"/>
              <a:buFont typeface="Public Sans"/>
              <a:buNone/>
              <a:defRPr sz="1700" b="1" i="0" u="none" strike="noStrike" cap="none">
                <a:solidFill>
                  <a:srgbClr val="22366A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77" name="Google Shape;577;p263"/>
          <p:cNvSpPr/>
          <p:nvPr/>
        </p:nvSpPr>
        <p:spPr>
          <a:xfrm>
            <a:off x="0" y="202405"/>
            <a:ext cx="135731" cy="344091"/>
          </a:xfrm>
          <a:prstGeom prst="rect">
            <a:avLst/>
          </a:prstGeom>
          <a:solidFill>
            <a:srgbClr val="22366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Infographics ">
    <p:spTree>
      <p:nvGrpSpPr>
        <p:cNvPr id="1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9" name="Google Shape;579;p264"/>
          <p:cNvGrpSpPr/>
          <p:nvPr/>
        </p:nvGrpSpPr>
        <p:grpSpPr>
          <a:xfrm>
            <a:off x="3138739" y="1728182"/>
            <a:ext cx="2866522" cy="2848912"/>
            <a:chOff x="-15798" y="0"/>
            <a:chExt cx="2571596" cy="2555798"/>
          </a:xfrm>
        </p:grpSpPr>
        <p:sp>
          <p:nvSpPr>
            <p:cNvPr id="580" name="Google Shape;580;p264"/>
            <p:cNvSpPr/>
            <p:nvPr/>
          </p:nvSpPr>
          <p:spPr>
            <a:xfrm>
              <a:off x="1270000" y="0"/>
              <a:ext cx="1285798" cy="1333474"/>
            </a:xfrm>
            <a:custGeom>
              <a:avLst/>
              <a:gdLst/>
              <a:ahLst/>
              <a:cxnLst/>
              <a:rect l="l" t="t" r="r" b="b"/>
              <a:pathLst>
                <a:path w="1285798" h="1333474" extrusionOk="0">
                  <a:moveTo>
                    <a:pt x="0" y="0"/>
                  </a:moveTo>
                  <a:cubicBezTo>
                    <a:pt x="347841" y="0"/>
                    <a:pt x="680458" y="142671"/>
                    <a:pt x="920193" y="394703"/>
                  </a:cubicBezTo>
                  <a:cubicBezTo>
                    <a:pt x="1159929" y="646735"/>
                    <a:pt x="1285798" y="986067"/>
                    <a:pt x="1268413" y="1333474"/>
                  </a:cubicBezTo>
                  <a:lnTo>
                    <a:pt x="0" y="1270000"/>
                  </a:lnTo>
                  <a:close/>
                </a:path>
              </a:pathLst>
            </a:custGeom>
            <a:solidFill>
              <a:srgbClr val="96C0D9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endParaRPr>
            </a:p>
          </p:txBody>
        </p:sp>
        <p:sp>
          <p:nvSpPr>
            <p:cNvPr id="581" name="Google Shape;581;p264"/>
            <p:cNvSpPr/>
            <p:nvPr/>
          </p:nvSpPr>
          <p:spPr>
            <a:xfrm>
              <a:off x="1206526" y="1270000"/>
              <a:ext cx="1333474" cy="1285798"/>
            </a:xfrm>
            <a:custGeom>
              <a:avLst/>
              <a:gdLst/>
              <a:ahLst/>
              <a:cxnLst/>
              <a:rect l="l" t="t" r="r" b="b"/>
              <a:pathLst>
                <a:path w="1333474" h="1285798" extrusionOk="0">
                  <a:moveTo>
                    <a:pt x="1333474" y="0"/>
                  </a:moveTo>
                  <a:cubicBezTo>
                    <a:pt x="1333474" y="347841"/>
                    <a:pt x="1190803" y="680458"/>
                    <a:pt x="938771" y="920193"/>
                  </a:cubicBezTo>
                  <a:cubicBezTo>
                    <a:pt x="686738" y="1159929"/>
                    <a:pt x="347407" y="1285798"/>
                    <a:pt x="0" y="1268413"/>
                  </a:cubicBezTo>
                  <a:lnTo>
                    <a:pt x="63474" y="0"/>
                  </a:lnTo>
                  <a:close/>
                </a:path>
              </a:pathLst>
            </a:custGeom>
            <a:solidFill>
              <a:srgbClr val="B1C7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endParaRPr>
            </a:p>
          </p:txBody>
        </p:sp>
        <p:sp>
          <p:nvSpPr>
            <p:cNvPr id="582" name="Google Shape;582;p264"/>
            <p:cNvSpPr/>
            <p:nvPr/>
          </p:nvSpPr>
          <p:spPr>
            <a:xfrm>
              <a:off x="-15798" y="1206526"/>
              <a:ext cx="1285798" cy="1333474"/>
            </a:xfrm>
            <a:custGeom>
              <a:avLst/>
              <a:gdLst/>
              <a:ahLst/>
              <a:cxnLst/>
              <a:rect l="l" t="t" r="r" b="b"/>
              <a:pathLst>
                <a:path w="1285798" h="1333474" extrusionOk="0">
                  <a:moveTo>
                    <a:pt x="1285798" y="1333474"/>
                  </a:moveTo>
                  <a:cubicBezTo>
                    <a:pt x="937957" y="1333474"/>
                    <a:pt x="605340" y="1190803"/>
                    <a:pt x="365605" y="938771"/>
                  </a:cubicBezTo>
                  <a:cubicBezTo>
                    <a:pt x="125869" y="686738"/>
                    <a:pt x="0" y="347407"/>
                    <a:pt x="17385" y="0"/>
                  </a:cubicBezTo>
                  <a:lnTo>
                    <a:pt x="1285798" y="63474"/>
                  </a:lnTo>
                  <a:close/>
                </a:path>
              </a:pathLst>
            </a:custGeom>
            <a:solidFill>
              <a:srgbClr val="E0BA8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endParaRPr>
            </a:p>
          </p:txBody>
        </p:sp>
        <p:sp>
          <p:nvSpPr>
            <p:cNvPr id="583" name="Google Shape;583;p264"/>
            <p:cNvSpPr/>
            <p:nvPr/>
          </p:nvSpPr>
          <p:spPr>
            <a:xfrm>
              <a:off x="0" y="0"/>
              <a:ext cx="1270000" cy="1270000"/>
            </a:xfrm>
            <a:custGeom>
              <a:avLst/>
              <a:gdLst/>
              <a:ahLst/>
              <a:cxnLst/>
              <a:rect l="l" t="t" r="r" b="b"/>
              <a:pathLst>
                <a:path w="1270000" h="1270000" extrusionOk="0">
                  <a:moveTo>
                    <a:pt x="0" y="1270000"/>
                  </a:moveTo>
                  <a:cubicBezTo>
                    <a:pt x="0" y="568648"/>
                    <a:pt x="568521" y="70"/>
                    <a:pt x="1269873" y="0"/>
                  </a:cubicBezTo>
                  <a:lnTo>
                    <a:pt x="1270000" y="1270000"/>
                  </a:lnTo>
                  <a:close/>
                </a:path>
              </a:pathLst>
            </a:custGeom>
            <a:solidFill>
              <a:srgbClr val="E397A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endParaRPr>
            </a:p>
          </p:txBody>
        </p:sp>
        <p:sp>
          <p:nvSpPr>
            <p:cNvPr id="584" name="Google Shape;584;p264"/>
            <p:cNvSpPr/>
            <p:nvPr/>
          </p:nvSpPr>
          <p:spPr>
            <a:xfrm>
              <a:off x="1270000" y="0"/>
              <a:ext cx="127" cy="1270000"/>
            </a:xfrm>
            <a:custGeom>
              <a:avLst/>
              <a:gdLst/>
              <a:ahLst/>
              <a:cxnLst/>
              <a:rect l="l" t="t" r="r" b="b"/>
              <a:pathLst>
                <a:path w="127" h="1270000" extrusionOk="0">
                  <a:moveTo>
                    <a:pt x="0" y="0"/>
                  </a:moveTo>
                  <a:cubicBezTo>
                    <a:pt x="42" y="0"/>
                    <a:pt x="85" y="0"/>
                    <a:pt x="127" y="0"/>
                  </a:cubicBezTo>
                  <a:lnTo>
                    <a:pt x="0" y="1270000"/>
                  </a:lnTo>
                  <a:close/>
                </a:path>
              </a:pathLst>
            </a:custGeom>
            <a:solidFill>
              <a:srgbClr val="00256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endParaRPr>
            </a:p>
          </p:txBody>
        </p:sp>
      </p:grpSp>
      <p:sp>
        <p:nvSpPr>
          <p:cNvPr id="585" name="Google Shape;585;p264"/>
          <p:cNvSpPr txBox="1">
            <a:spLocks noGrp="1"/>
          </p:cNvSpPr>
          <p:nvPr>
            <p:ph type="body" idx="1"/>
          </p:nvPr>
        </p:nvSpPr>
        <p:spPr>
          <a:xfrm>
            <a:off x="1549682" y="736524"/>
            <a:ext cx="6044636" cy="40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ublic Sans"/>
              <a:buNone/>
              <a:defRPr sz="2000" b="1" i="1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86" name="Google Shape;586;p264"/>
          <p:cNvSpPr txBox="1">
            <a:spLocks noGrp="1"/>
          </p:cNvSpPr>
          <p:nvPr>
            <p:ph type="body" idx="2"/>
          </p:nvPr>
        </p:nvSpPr>
        <p:spPr>
          <a:xfrm>
            <a:off x="1040895" y="2090178"/>
            <a:ext cx="1612214" cy="244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Public Sans"/>
              <a:buNone/>
              <a:defRPr sz="13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87" name="Google Shape;587;p264"/>
          <p:cNvSpPr txBox="1">
            <a:spLocks noGrp="1"/>
          </p:cNvSpPr>
          <p:nvPr>
            <p:ph type="body" idx="3"/>
          </p:nvPr>
        </p:nvSpPr>
        <p:spPr>
          <a:xfrm>
            <a:off x="1040895" y="2443391"/>
            <a:ext cx="1612214" cy="244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ublic Sans"/>
              <a:buNone/>
              <a:defRPr sz="1200" b="0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88" name="Google Shape;588;p264"/>
          <p:cNvSpPr txBox="1">
            <a:spLocks noGrp="1"/>
          </p:cNvSpPr>
          <p:nvPr>
            <p:ph type="body" idx="4"/>
          </p:nvPr>
        </p:nvSpPr>
        <p:spPr>
          <a:xfrm>
            <a:off x="1040895" y="3600367"/>
            <a:ext cx="1612214" cy="244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Public Sans"/>
              <a:buNone/>
              <a:defRPr sz="13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89" name="Google Shape;589;p264"/>
          <p:cNvSpPr txBox="1">
            <a:spLocks noGrp="1"/>
          </p:cNvSpPr>
          <p:nvPr>
            <p:ph type="body" idx="5"/>
          </p:nvPr>
        </p:nvSpPr>
        <p:spPr>
          <a:xfrm>
            <a:off x="1040895" y="3953580"/>
            <a:ext cx="1612214" cy="244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ublic Sans"/>
              <a:buNone/>
              <a:defRPr sz="1200" b="0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90" name="Google Shape;590;p264"/>
          <p:cNvSpPr txBox="1">
            <a:spLocks noGrp="1"/>
          </p:cNvSpPr>
          <p:nvPr>
            <p:ph type="body" idx="6"/>
          </p:nvPr>
        </p:nvSpPr>
        <p:spPr>
          <a:xfrm>
            <a:off x="6490891" y="2090178"/>
            <a:ext cx="1612214" cy="244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Public Sans"/>
              <a:buNone/>
              <a:defRPr sz="13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91" name="Google Shape;591;p264"/>
          <p:cNvSpPr txBox="1">
            <a:spLocks noGrp="1"/>
          </p:cNvSpPr>
          <p:nvPr>
            <p:ph type="body" idx="7"/>
          </p:nvPr>
        </p:nvSpPr>
        <p:spPr>
          <a:xfrm>
            <a:off x="6490891" y="2443391"/>
            <a:ext cx="1612214" cy="244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ublic Sans"/>
              <a:buNone/>
              <a:defRPr sz="1200" b="0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92" name="Google Shape;592;p264"/>
          <p:cNvSpPr txBox="1">
            <a:spLocks noGrp="1"/>
          </p:cNvSpPr>
          <p:nvPr>
            <p:ph type="body" idx="8"/>
          </p:nvPr>
        </p:nvSpPr>
        <p:spPr>
          <a:xfrm>
            <a:off x="6490891" y="3600367"/>
            <a:ext cx="1612214" cy="244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Public Sans"/>
              <a:buNone/>
              <a:defRPr sz="13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93" name="Google Shape;593;p264"/>
          <p:cNvSpPr txBox="1">
            <a:spLocks noGrp="1"/>
          </p:cNvSpPr>
          <p:nvPr>
            <p:ph type="body" idx="9"/>
          </p:nvPr>
        </p:nvSpPr>
        <p:spPr>
          <a:xfrm>
            <a:off x="6490891" y="3953580"/>
            <a:ext cx="1612214" cy="244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ublic Sans"/>
              <a:buNone/>
              <a:defRPr sz="1200" b="0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94" name="Google Shape;594;p264"/>
          <p:cNvSpPr txBox="1">
            <a:spLocks noGrp="1"/>
          </p:cNvSpPr>
          <p:nvPr>
            <p:ph type="body" idx="13"/>
          </p:nvPr>
        </p:nvSpPr>
        <p:spPr>
          <a:xfrm>
            <a:off x="3656236" y="2388839"/>
            <a:ext cx="664144" cy="353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Public Sans"/>
              <a:buNone/>
              <a:defRPr sz="13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95" name="Google Shape;595;p264"/>
          <p:cNvSpPr txBox="1">
            <a:spLocks noGrp="1"/>
          </p:cNvSpPr>
          <p:nvPr>
            <p:ph type="body" idx="14"/>
          </p:nvPr>
        </p:nvSpPr>
        <p:spPr>
          <a:xfrm>
            <a:off x="4763142" y="2388839"/>
            <a:ext cx="664144" cy="353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Public Sans"/>
              <a:buNone/>
              <a:defRPr sz="13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96" name="Google Shape;596;p264"/>
          <p:cNvSpPr txBox="1">
            <a:spLocks noGrp="1"/>
          </p:cNvSpPr>
          <p:nvPr>
            <p:ph type="body" idx="15"/>
          </p:nvPr>
        </p:nvSpPr>
        <p:spPr>
          <a:xfrm>
            <a:off x="3656236" y="3524620"/>
            <a:ext cx="664144" cy="353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Public Sans"/>
              <a:buNone/>
              <a:defRPr sz="13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97" name="Google Shape;597;p264"/>
          <p:cNvSpPr txBox="1">
            <a:spLocks noGrp="1"/>
          </p:cNvSpPr>
          <p:nvPr>
            <p:ph type="body" idx="16"/>
          </p:nvPr>
        </p:nvSpPr>
        <p:spPr>
          <a:xfrm>
            <a:off x="4763142" y="3524620"/>
            <a:ext cx="664144" cy="353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Public Sans"/>
              <a:buNone/>
              <a:defRPr sz="13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1_Caption 37">
    <p:spTree>
      <p:nvGrpSpPr>
        <p:cNvPr id="1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9" name="Google Shape;599;p265"/>
          <p:cNvGrpSpPr/>
          <p:nvPr/>
        </p:nvGrpSpPr>
        <p:grpSpPr>
          <a:xfrm>
            <a:off x="3138739" y="1728182"/>
            <a:ext cx="2866522" cy="2848912"/>
            <a:chOff x="-15798" y="0"/>
            <a:chExt cx="2571596" cy="2555798"/>
          </a:xfrm>
        </p:grpSpPr>
        <p:sp>
          <p:nvSpPr>
            <p:cNvPr id="600" name="Google Shape;600;p265"/>
            <p:cNvSpPr/>
            <p:nvPr/>
          </p:nvSpPr>
          <p:spPr>
            <a:xfrm>
              <a:off x="1270000" y="0"/>
              <a:ext cx="1285798" cy="1333474"/>
            </a:xfrm>
            <a:custGeom>
              <a:avLst/>
              <a:gdLst/>
              <a:ahLst/>
              <a:cxnLst/>
              <a:rect l="l" t="t" r="r" b="b"/>
              <a:pathLst>
                <a:path w="1285798" h="1333474" extrusionOk="0">
                  <a:moveTo>
                    <a:pt x="0" y="0"/>
                  </a:moveTo>
                  <a:cubicBezTo>
                    <a:pt x="347841" y="0"/>
                    <a:pt x="680458" y="142671"/>
                    <a:pt x="920193" y="394703"/>
                  </a:cubicBezTo>
                  <a:cubicBezTo>
                    <a:pt x="1159929" y="646735"/>
                    <a:pt x="1285798" y="986067"/>
                    <a:pt x="1268413" y="1333474"/>
                  </a:cubicBezTo>
                  <a:lnTo>
                    <a:pt x="0" y="127000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endParaRPr>
            </a:p>
          </p:txBody>
        </p:sp>
        <p:sp>
          <p:nvSpPr>
            <p:cNvPr id="601" name="Google Shape;601;p265"/>
            <p:cNvSpPr/>
            <p:nvPr/>
          </p:nvSpPr>
          <p:spPr>
            <a:xfrm>
              <a:off x="1206526" y="1270000"/>
              <a:ext cx="1333474" cy="1285798"/>
            </a:xfrm>
            <a:custGeom>
              <a:avLst/>
              <a:gdLst/>
              <a:ahLst/>
              <a:cxnLst/>
              <a:rect l="l" t="t" r="r" b="b"/>
              <a:pathLst>
                <a:path w="1333474" h="1285798" extrusionOk="0">
                  <a:moveTo>
                    <a:pt x="1333474" y="0"/>
                  </a:moveTo>
                  <a:cubicBezTo>
                    <a:pt x="1333474" y="347841"/>
                    <a:pt x="1190803" y="680458"/>
                    <a:pt x="938771" y="920193"/>
                  </a:cubicBezTo>
                  <a:cubicBezTo>
                    <a:pt x="686738" y="1159929"/>
                    <a:pt x="347407" y="1285798"/>
                    <a:pt x="0" y="1268413"/>
                  </a:cubicBezTo>
                  <a:lnTo>
                    <a:pt x="6347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endParaRPr>
            </a:p>
          </p:txBody>
        </p:sp>
        <p:sp>
          <p:nvSpPr>
            <p:cNvPr id="602" name="Google Shape;602;p265"/>
            <p:cNvSpPr/>
            <p:nvPr/>
          </p:nvSpPr>
          <p:spPr>
            <a:xfrm>
              <a:off x="-15798" y="1206526"/>
              <a:ext cx="1285798" cy="1333474"/>
            </a:xfrm>
            <a:custGeom>
              <a:avLst/>
              <a:gdLst/>
              <a:ahLst/>
              <a:cxnLst/>
              <a:rect l="l" t="t" r="r" b="b"/>
              <a:pathLst>
                <a:path w="1285798" h="1333474" extrusionOk="0">
                  <a:moveTo>
                    <a:pt x="1285798" y="1333474"/>
                  </a:moveTo>
                  <a:cubicBezTo>
                    <a:pt x="937957" y="1333474"/>
                    <a:pt x="605340" y="1190803"/>
                    <a:pt x="365605" y="938771"/>
                  </a:cubicBezTo>
                  <a:cubicBezTo>
                    <a:pt x="125869" y="686738"/>
                    <a:pt x="0" y="347407"/>
                    <a:pt x="17385" y="0"/>
                  </a:cubicBezTo>
                  <a:lnTo>
                    <a:pt x="1285798" y="63474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endParaRPr>
            </a:p>
          </p:txBody>
        </p:sp>
        <p:sp>
          <p:nvSpPr>
            <p:cNvPr id="603" name="Google Shape;603;p265"/>
            <p:cNvSpPr/>
            <p:nvPr/>
          </p:nvSpPr>
          <p:spPr>
            <a:xfrm>
              <a:off x="0" y="0"/>
              <a:ext cx="1270000" cy="1270000"/>
            </a:xfrm>
            <a:custGeom>
              <a:avLst/>
              <a:gdLst/>
              <a:ahLst/>
              <a:cxnLst/>
              <a:rect l="l" t="t" r="r" b="b"/>
              <a:pathLst>
                <a:path w="1270000" h="1270000" extrusionOk="0">
                  <a:moveTo>
                    <a:pt x="0" y="1270000"/>
                  </a:moveTo>
                  <a:cubicBezTo>
                    <a:pt x="0" y="568648"/>
                    <a:pt x="568521" y="70"/>
                    <a:pt x="1269873" y="0"/>
                  </a:cubicBezTo>
                  <a:lnTo>
                    <a:pt x="1270000" y="127000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endParaRPr>
            </a:p>
          </p:txBody>
        </p:sp>
        <p:sp>
          <p:nvSpPr>
            <p:cNvPr id="604" name="Google Shape;604;p265"/>
            <p:cNvSpPr/>
            <p:nvPr/>
          </p:nvSpPr>
          <p:spPr>
            <a:xfrm>
              <a:off x="1270000" y="0"/>
              <a:ext cx="127" cy="1270000"/>
            </a:xfrm>
            <a:custGeom>
              <a:avLst/>
              <a:gdLst/>
              <a:ahLst/>
              <a:cxnLst/>
              <a:rect l="l" t="t" r="r" b="b"/>
              <a:pathLst>
                <a:path w="127" h="1270000" extrusionOk="0">
                  <a:moveTo>
                    <a:pt x="0" y="0"/>
                  </a:moveTo>
                  <a:cubicBezTo>
                    <a:pt x="42" y="0"/>
                    <a:pt x="85" y="0"/>
                    <a:pt x="127" y="0"/>
                  </a:cubicBezTo>
                  <a:lnTo>
                    <a:pt x="0" y="1270000"/>
                  </a:lnTo>
                  <a:close/>
                </a:path>
              </a:pathLst>
            </a:custGeom>
            <a:solidFill>
              <a:srgbClr val="00256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endParaRPr>
            </a:p>
          </p:txBody>
        </p:sp>
      </p:grpSp>
      <p:sp>
        <p:nvSpPr>
          <p:cNvPr id="605" name="Google Shape;605;p265"/>
          <p:cNvSpPr txBox="1">
            <a:spLocks noGrp="1"/>
          </p:cNvSpPr>
          <p:nvPr>
            <p:ph type="body" idx="1"/>
          </p:nvPr>
        </p:nvSpPr>
        <p:spPr>
          <a:xfrm>
            <a:off x="1549682" y="736524"/>
            <a:ext cx="6044636" cy="40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ublic Sans"/>
              <a:buNone/>
              <a:defRPr sz="2000" b="1" i="1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06" name="Google Shape;606;p265"/>
          <p:cNvSpPr txBox="1">
            <a:spLocks noGrp="1"/>
          </p:cNvSpPr>
          <p:nvPr>
            <p:ph type="body" idx="2"/>
          </p:nvPr>
        </p:nvSpPr>
        <p:spPr>
          <a:xfrm>
            <a:off x="1040895" y="2090178"/>
            <a:ext cx="1612214" cy="244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Public Sans"/>
              <a:buNone/>
              <a:defRPr sz="13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07" name="Google Shape;607;p265"/>
          <p:cNvSpPr txBox="1">
            <a:spLocks noGrp="1"/>
          </p:cNvSpPr>
          <p:nvPr>
            <p:ph type="body" idx="3"/>
          </p:nvPr>
        </p:nvSpPr>
        <p:spPr>
          <a:xfrm>
            <a:off x="1040895" y="2443391"/>
            <a:ext cx="1612214" cy="244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ublic Sans"/>
              <a:buNone/>
              <a:defRPr sz="1200" b="0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08" name="Google Shape;608;p265"/>
          <p:cNvSpPr txBox="1">
            <a:spLocks noGrp="1"/>
          </p:cNvSpPr>
          <p:nvPr>
            <p:ph type="body" idx="4"/>
          </p:nvPr>
        </p:nvSpPr>
        <p:spPr>
          <a:xfrm>
            <a:off x="1040895" y="3600367"/>
            <a:ext cx="1612214" cy="244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Public Sans"/>
              <a:buNone/>
              <a:defRPr sz="13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09" name="Google Shape;609;p265"/>
          <p:cNvSpPr txBox="1">
            <a:spLocks noGrp="1"/>
          </p:cNvSpPr>
          <p:nvPr>
            <p:ph type="body" idx="5"/>
          </p:nvPr>
        </p:nvSpPr>
        <p:spPr>
          <a:xfrm>
            <a:off x="1040895" y="3953580"/>
            <a:ext cx="1612214" cy="244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ublic Sans"/>
              <a:buNone/>
              <a:defRPr sz="1200" b="0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10" name="Google Shape;610;p265"/>
          <p:cNvSpPr txBox="1">
            <a:spLocks noGrp="1"/>
          </p:cNvSpPr>
          <p:nvPr>
            <p:ph type="body" idx="6"/>
          </p:nvPr>
        </p:nvSpPr>
        <p:spPr>
          <a:xfrm>
            <a:off x="6490891" y="2090178"/>
            <a:ext cx="1612214" cy="244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Public Sans"/>
              <a:buNone/>
              <a:defRPr sz="13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11" name="Google Shape;611;p265"/>
          <p:cNvSpPr txBox="1">
            <a:spLocks noGrp="1"/>
          </p:cNvSpPr>
          <p:nvPr>
            <p:ph type="body" idx="7"/>
          </p:nvPr>
        </p:nvSpPr>
        <p:spPr>
          <a:xfrm>
            <a:off x="6490891" y="2443391"/>
            <a:ext cx="1612214" cy="244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ublic Sans"/>
              <a:buNone/>
              <a:defRPr sz="1200" b="0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12" name="Google Shape;612;p265"/>
          <p:cNvSpPr txBox="1">
            <a:spLocks noGrp="1"/>
          </p:cNvSpPr>
          <p:nvPr>
            <p:ph type="body" idx="8"/>
          </p:nvPr>
        </p:nvSpPr>
        <p:spPr>
          <a:xfrm>
            <a:off x="6490891" y="3600367"/>
            <a:ext cx="1612214" cy="244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Public Sans"/>
              <a:buNone/>
              <a:defRPr sz="13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13" name="Google Shape;613;p265"/>
          <p:cNvSpPr txBox="1">
            <a:spLocks noGrp="1"/>
          </p:cNvSpPr>
          <p:nvPr>
            <p:ph type="body" idx="9"/>
          </p:nvPr>
        </p:nvSpPr>
        <p:spPr>
          <a:xfrm>
            <a:off x="6490891" y="3953580"/>
            <a:ext cx="1612214" cy="244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ublic Sans"/>
              <a:buNone/>
              <a:defRPr sz="1200" b="0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14" name="Google Shape;614;p265"/>
          <p:cNvSpPr txBox="1">
            <a:spLocks noGrp="1"/>
          </p:cNvSpPr>
          <p:nvPr>
            <p:ph type="body" idx="13"/>
          </p:nvPr>
        </p:nvSpPr>
        <p:spPr>
          <a:xfrm>
            <a:off x="3656236" y="2388839"/>
            <a:ext cx="664144" cy="353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Public Sans"/>
              <a:buNone/>
              <a:defRPr sz="1300" b="1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15" name="Google Shape;615;p265"/>
          <p:cNvSpPr txBox="1">
            <a:spLocks noGrp="1"/>
          </p:cNvSpPr>
          <p:nvPr>
            <p:ph type="body" idx="14"/>
          </p:nvPr>
        </p:nvSpPr>
        <p:spPr>
          <a:xfrm>
            <a:off x="4763142" y="2388839"/>
            <a:ext cx="664144" cy="353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Public Sans"/>
              <a:buNone/>
              <a:defRPr sz="1300" b="1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16" name="Google Shape;616;p265"/>
          <p:cNvSpPr txBox="1">
            <a:spLocks noGrp="1"/>
          </p:cNvSpPr>
          <p:nvPr>
            <p:ph type="body" idx="15"/>
          </p:nvPr>
        </p:nvSpPr>
        <p:spPr>
          <a:xfrm>
            <a:off x="3656236" y="3524620"/>
            <a:ext cx="664144" cy="353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Public Sans"/>
              <a:buNone/>
              <a:defRPr sz="1300" b="1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17" name="Google Shape;617;p265"/>
          <p:cNvSpPr txBox="1">
            <a:spLocks noGrp="1"/>
          </p:cNvSpPr>
          <p:nvPr>
            <p:ph type="body" idx="16"/>
          </p:nvPr>
        </p:nvSpPr>
        <p:spPr>
          <a:xfrm>
            <a:off x="4763142" y="3524620"/>
            <a:ext cx="664144" cy="353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Public Sans"/>
              <a:buNone/>
              <a:defRPr sz="1300" b="1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1_Caption 38">
    <p:spTree>
      <p:nvGrpSpPr>
        <p:cNvPr id="1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9" name="Google Shape;619;p266" descr="Shape&#10;&#10;Description automatically generated with low confidenc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3990" cy="514349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20" name="Google Shape;620;p266"/>
          <p:cNvGrpSpPr/>
          <p:nvPr/>
        </p:nvGrpSpPr>
        <p:grpSpPr>
          <a:xfrm>
            <a:off x="2525214" y="825411"/>
            <a:ext cx="4093572" cy="4069088"/>
            <a:chOff x="2519466" y="821088"/>
            <a:chExt cx="4348428" cy="4322420"/>
          </a:xfrm>
        </p:grpSpPr>
        <p:sp>
          <p:nvSpPr>
            <p:cNvPr id="621" name="Google Shape;621;p266"/>
            <p:cNvSpPr/>
            <p:nvPr/>
          </p:nvSpPr>
          <p:spPr>
            <a:xfrm>
              <a:off x="2757741" y="1029959"/>
              <a:ext cx="3879300" cy="3879300"/>
            </a:xfrm>
            <a:prstGeom prst="ellipse">
              <a:avLst/>
            </a:pr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300" b="1" i="0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endParaRPr>
            </a:p>
          </p:txBody>
        </p:sp>
        <p:sp>
          <p:nvSpPr>
            <p:cNvPr id="622" name="Google Shape;622;p266"/>
            <p:cNvSpPr/>
            <p:nvPr/>
          </p:nvSpPr>
          <p:spPr>
            <a:xfrm>
              <a:off x="3614360" y="821088"/>
              <a:ext cx="2166000" cy="216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300" b="1" i="0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endParaRPr>
            </a:p>
          </p:txBody>
        </p:sp>
        <p:sp>
          <p:nvSpPr>
            <p:cNvPr id="623" name="Google Shape;623;p266"/>
            <p:cNvSpPr/>
            <p:nvPr/>
          </p:nvSpPr>
          <p:spPr>
            <a:xfrm>
              <a:off x="3614356" y="2977508"/>
              <a:ext cx="2166000" cy="216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300" b="1" i="0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endParaRPr>
            </a:p>
          </p:txBody>
        </p:sp>
        <p:sp>
          <p:nvSpPr>
            <p:cNvPr id="624" name="Google Shape;624;p266"/>
            <p:cNvSpPr/>
            <p:nvPr/>
          </p:nvSpPr>
          <p:spPr>
            <a:xfrm>
              <a:off x="4701894" y="1904474"/>
              <a:ext cx="2166000" cy="2166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300" b="1" i="0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endParaRPr>
            </a:p>
          </p:txBody>
        </p:sp>
        <p:sp>
          <p:nvSpPr>
            <p:cNvPr id="625" name="Google Shape;625;p266"/>
            <p:cNvSpPr/>
            <p:nvPr/>
          </p:nvSpPr>
          <p:spPr>
            <a:xfrm>
              <a:off x="2519466" y="1904508"/>
              <a:ext cx="2166000" cy="2166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300" b="1" i="0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endParaRPr>
            </a:p>
          </p:txBody>
        </p:sp>
        <p:sp>
          <p:nvSpPr>
            <p:cNvPr id="626" name="Google Shape;626;p266"/>
            <p:cNvSpPr/>
            <p:nvPr/>
          </p:nvSpPr>
          <p:spPr>
            <a:xfrm>
              <a:off x="4284700" y="2556862"/>
              <a:ext cx="825759" cy="825759"/>
            </a:xfrm>
            <a:prstGeom prst="ellipse">
              <a:avLst/>
            </a:prstGeom>
            <a:solidFill>
              <a:srgbClr val="F2F2F2"/>
            </a:solidFill>
            <a:ln>
              <a:noFill/>
            </a:ln>
            <a:effectLst>
              <a:outerShdw blurRad="63500" sx="102000" sy="102000" algn="ct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300" b="1" i="0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endParaRPr>
            </a:p>
          </p:txBody>
        </p:sp>
      </p:grpSp>
      <p:sp>
        <p:nvSpPr>
          <p:cNvPr id="627" name="Google Shape;627;p266"/>
          <p:cNvSpPr txBox="1">
            <a:spLocks noGrp="1"/>
          </p:cNvSpPr>
          <p:nvPr>
            <p:ph type="body" idx="1"/>
          </p:nvPr>
        </p:nvSpPr>
        <p:spPr>
          <a:xfrm>
            <a:off x="3875292" y="1277417"/>
            <a:ext cx="1377950" cy="358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28" name="Google Shape;628;p266"/>
          <p:cNvSpPr txBox="1">
            <a:spLocks noGrp="1"/>
          </p:cNvSpPr>
          <p:nvPr>
            <p:ph type="body" idx="2"/>
          </p:nvPr>
        </p:nvSpPr>
        <p:spPr>
          <a:xfrm>
            <a:off x="2696436" y="2658994"/>
            <a:ext cx="1377950" cy="358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29" name="Google Shape;629;p266"/>
          <p:cNvSpPr txBox="1">
            <a:spLocks noGrp="1"/>
          </p:cNvSpPr>
          <p:nvPr>
            <p:ph type="body" idx="3"/>
          </p:nvPr>
        </p:nvSpPr>
        <p:spPr>
          <a:xfrm>
            <a:off x="5061839" y="2645914"/>
            <a:ext cx="1377950" cy="358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30" name="Google Shape;630;p266"/>
          <p:cNvSpPr txBox="1">
            <a:spLocks noGrp="1"/>
          </p:cNvSpPr>
          <p:nvPr>
            <p:ph type="body" idx="4"/>
          </p:nvPr>
        </p:nvSpPr>
        <p:spPr>
          <a:xfrm>
            <a:off x="3890758" y="3936168"/>
            <a:ext cx="1377950" cy="358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31" name="Google Shape;631;p266"/>
          <p:cNvSpPr txBox="1">
            <a:spLocks noGrp="1"/>
          </p:cNvSpPr>
          <p:nvPr>
            <p:ph type="title"/>
          </p:nvPr>
        </p:nvSpPr>
        <p:spPr>
          <a:xfrm>
            <a:off x="135731" y="202405"/>
            <a:ext cx="7886700" cy="344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366A"/>
              </a:buClr>
              <a:buSzPts val="1700"/>
              <a:buFont typeface="Public Sans"/>
              <a:buNone/>
              <a:defRPr sz="1700" b="1" i="0" u="none" strike="noStrike" cap="none">
                <a:solidFill>
                  <a:srgbClr val="22366A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32" name="Google Shape;632;p266"/>
          <p:cNvSpPr/>
          <p:nvPr/>
        </p:nvSpPr>
        <p:spPr>
          <a:xfrm>
            <a:off x="0" y="202405"/>
            <a:ext cx="135731" cy="344091"/>
          </a:xfrm>
          <a:prstGeom prst="rect">
            <a:avLst/>
          </a:prstGeom>
          <a:solidFill>
            <a:srgbClr val="22366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1_Caption 39">
    <p:spTree>
      <p:nvGrpSpPr>
        <p:cNvPr id="1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4" name="Google Shape;634;p267" descr="Shape&#10;&#10;Description automatically generated with low confidenc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3990" cy="514349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35" name="Google Shape;635;p267"/>
          <p:cNvGrpSpPr/>
          <p:nvPr/>
        </p:nvGrpSpPr>
        <p:grpSpPr>
          <a:xfrm>
            <a:off x="2525214" y="825411"/>
            <a:ext cx="4093572" cy="4069088"/>
            <a:chOff x="2519466" y="821088"/>
            <a:chExt cx="4348428" cy="4322420"/>
          </a:xfrm>
        </p:grpSpPr>
        <p:sp>
          <p:nvSpPr>
            <p:cNvPr id="636" name="Google Shape;636;p267"/>
            <p:cNvSpPr/>
            <p:nvPr/>
          </p:nvSpPr>
          <p:spPr>
            <a:xfrm>
              <a:off x="2757741" y="1029959"/>
              <a:ext cx="3879300" cy="3879300"/>
            </a:xfrm>
            <a:prstGeom prst="ellipse">
              <a:avLst/>
            </a:pr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300" b="1" i="0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endParaRPr>
            </a:p>
          </p:txBody>
        </p:sp>
        <p:sp>
          <p:nvSpPr>
            <p:cNvPr id="637" name="Google Shape;637;p267"/>
            <p:cNvSpPr/>
            <p:nvPr/>
          </p:nvSpPr>
          <p:spPr>
            <a:xfrm>
              <a:off x="3614360" y="821088"/>
              <a:ext cx="2166000" cy="216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300" b="1" i="0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endParaRPr>
            </a:p>
          </p:txBody>
        </p:sp>
        <p:sp>
          <p:nvSpPr>
            <p:cNvPr id="638" name="Google Shape;638;p267"/>
            <p:cNvSpPr/>
            <p:nvPr/>
          </p:nvSpPr>
          <p:spPr>
            <a:xfrm>
              <a:off x="3614356" y="2977508"/>
              <a:ext cx="2166000" cy="216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300" b="1" i="0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endParaRPr>
            </a:p>
          </p:txBody>
        </p:sp>
        <p:sp>
          <p:nvSpPr>
            <p:cNvPr id="639" name="Google Shape;639;p267"/>
            <p:cNvSpPr/>
            <p:nvPr/>
          </p:nvSpPr>
          <p:spPr>
            <a:xfrm>
              <a:off x="4701894" y="1904474"/>
              <a:ext cx="2166000" cy="2166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300" b="1" i="0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endParaRPr>
            </a:p>
          </p:txBody>
        </p:sp>
        <p:sp>
          <p:nvSpPr>
            <p:cNvPr id="640" name="Google Shape;640;p267"/>
            <p:cNvSpPr/>
            <p:nvPr/>
          </p:nvSpPr>
          <p:spPr>
            <a:xfrm>
              <a:off x="2519466" y="1904508"/>
              <a:ext cx="2166000" cy="2166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300" b="1" i="0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endParaRPr>
            </a:p>
          </p:txBody>
        </p:sp>
        <p:sp>
          <p:nvSpPr>
            <p:cNvPr id="641" name="Google Shape;641;p267"/>
            <p:cNvSpPr/>
            <p:nvPr/>
          </p:nvSpPr>
          <p:spPr>
            <a:xfrm>
              <a:off x="4284700" y="2556862"/>
              <a:ext cx="825759" cy="825759"/>
            </a:xfrm>
            <a:prstGeom prst="ellipse">
              <a:avLst/>
            </a:prstGeom>
            <a:solidFill>
              <a:srgbClr val="F2F2F2"/>
            </a:solidFill>
            <a:ln>
              <a:noFill/>
            </a:ln>
            <a:effectLst>
              <a:outerShdw blurRad="63500" sx="102000" sy="102000" algn="ct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300" b="1" i="0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endParaRPr>
            </a:p>
          </p:txBody>
        </p:sp>
      </p:grpSp>
      <p:sp>
        <p:nvSpPr>
          <p:cNvPr id="642" name="Google Shape;642;p267"/>
          <p:cNvSpPr txBox="1">
            <a:spLocks noGrp="1"/>
          </p:cNvSpPr>
          <p:nvPr>
            <p:ph type="body" idx="1"/>
          </p:nvPr>
        </p:nvSpPr>
        <p:spPr>
          <a:xfrm>
            <a:off x="3875292" y="1277417"/>
            <a:ext cx="1377950" cy="358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43" name="Google Shape;643;p267"/>
          <p:cNvSpPr txBox="1">
            <a:spLocks noGrp="1"/>
          </p:cNvSpPr>
          <p:nvPr>
            <p:ph type="body" idx="2"/>
          </p:nvPr>
        </p:nvSpPr>
        <p:spPr>
          <a:xfrm>
            <a:off x="2696436" y="2658994"/>
            <a:ext cx="1377950" cy="358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44" name="Google Shape;644;p267"/>
          <p:cNvSpPr txBox="1">
            <a:spLocks noGrp="1"/>
          </p:cNvSpPr>
          <p:nvPr>
            <p:ph type="body" idx="3"/>
          </p:nvPr>
        </p:nvSpPr>
        <p:spPr>
          <a:xfrm>
            <a:off x="5061839" y="2645914"/>
            <a:ext cx="1377950" cy="358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45" name="Google Shape;645;p267"/>
          <p:cNvSpPr txBox="1">
            <a:spLocks noGrp="1"/>
          </p:cNvSpPr>
          <p:nvPr>
            <p:ph type="body" idx="4"/>
          </p:nvPr>
        </p:nvSpPr>
        <p:spPr>
          <a:xfrm>
            <a:off x="3890758" y="3936168"/>
            <a:ext cx="1377950" cy="358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46" name="Google Shape;646;p267"/>
          <p:cNvSpPr txBox="1">
            <a:spLocks noGrp="1"/>
          </p:cNvSpPr>
          <p:nvPr>
            <p:ph type="title"/>
          </p:nvPr>
        </p:nvSpPr>
        <p:spPr>
          <a:xfrm>
            <a:off x="135731" y="202405"/>
            <a:ext cx="7886700" cy="344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366A"/>
              </a:buClr>
              <a:buSzPts val="1700"/>
              <a:buFont typeface="Public Sans"/>
              <a:buNone/>
              <a:defRPr sz="1700" b="1" i="0" u="none" strike="noStrike" cap="none">
                <a:solidFill>
                  <a:srgbClr val="22366A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47" name="Google Shape;647;p267"/>
          <p:cNvSpPr/>
          <p:nvPr/>
        </p:nvSpPr>
        <p:spPr>
          <a:xfrm>
            <a:off x="0" y="202405"/>
            <a:ext cx="135731" cy="344091"/>
          </a:xfrm>
          <a:prstGeom prst="rect">
            <a:avLst/>
          </a:prstGeom>
          <a:solidFill>
            <a:srgbClr val="22366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1_Section title and description">
    <p:spTree>
      <p:nvGrpSpPr>
        <p:cNvPr id="1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9" name="Google Shape;649;p268" descr="Shape&#10;&#10;Description automatically generated with low confidenc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3990" cy="5143494"/>
          </a:xfrm>
          <a:prstGeom prst="rect">
            <a:avLst/>
          </a:prstGeom>
          <a:noFill/>
          <a:ln>
            <a:noFill/>
          </a:ln>
        </p:spPr>
      </p:pic>
      <p:sp>
        <p:nvSpPr>
          <p:cNvPr id="650" name="Google Shape;650;p268"/>
          <p:cNvSpPr txBox="1">
            <a:spLocks noGrp="1"/>
          </p:cNvSpPr>
          <p:nvPr>
            <p:ph type="title"/>
          </p:nvPr>
        </p:nvSpPr>
        <p:spPr>
          <a:xfrm>
            <a:off x="135731" y="202405"/>
            <a:ext cx="7886700" cy="344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366A"/>
              </a:buClr>
              <a:buSzPts val="1700"/>
              <a:buFont typeface="Public Sans"/>
              <a:buNone/>
              <a:defRPr sz="1700" b="1" i="0" u="none" strike="noStrike" cap="none">
                <a:solidFill>
                  <a:srgbClr val="22366A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51" name="Google Shape;651;p268"/>
          <p:cNvSpPr/>
          <p:nvPr/>
        </p:nvSpPr>
        <p:spPr>
          <a:xfrm>
            <a:off x="0" y="202405"/>
            <a:ext cx="135731" cy="344091"/>
          </a:xfrm>
          <a:prstGeom prst="rect">
            <a:avLst/>
          </a:prstGeom>
          <a:solidFill>
            <a:srgbClr val="22366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52" name="Google Shape;652;p268"/>
          <p:cNvGrpSpPr/>
          <p:nvPr/>
        </p:nvGrpSpPr>
        <p:grpSpPr>
          <a:xfrm>
            <a:off x="881517" y="2193743"/>
            <a:ext cx="397892" cy="646462"/>
            <a:chOff x="1400864" y="1624076"/>
            <a:chExt cx="560368" cy="910439"/>
          </a:xfrm>
        </p:grpSpPr>
        <p:grpSp>
          <p:nvGrpSpPr>
            <p:cNvPr id="653" name="Google Shape;653;p268"/>
            <p:cNvGrpSpPr/>
            <p:nvPr/>
          </p:nvGrpSpPr>
          <p:grpSpPr>
            <a:xfrm>
              <a:off x="1400864" y="1624076"/>
              <a:ext cx="560368" cy="825149"/>
              <a:chOff x="1342876" y="1647676"/>
              <a:chExt cx="560368" cy="825149"/>
            </a:xfrm>
          </p:grpSpPr>
          <p:sp>
            <p:nvSpPr>
              <p:cNvPr id="654" name="Google Shape;654;p268"/>
              <p:cNvSpPr/>
              <p:nvPr/>
            </p:nvSpPr>
            <p:spPr>
              <a:xfrm rot="2700000">
                <a:off x="1424940" y="1729740"/>
                <a:ext cx="396240" cy="396240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Public Sans"/>
                  <a:ea typeface="Public Sans"/>
                  <a:cs typeface="Public Sans"/>
                  <a:sym typeface="Public Sans"/>
                </a:endParaRPr>
              </a:p>
            </p:txBody>
          </p:sp>
          <p:sp>
            <p:nvSpPr>
              <p:cNvPr id="655" name="Google Shape;655;p268"/>
              <p:cNvSpPr/>
              <p:nvPr/>
            </p:nvSpPr>
            <p:spPr>
              <a:xfrm rot="2700000">
                <a:off x="1424940" y="1994521"/>
                <a:ext cx="396240" cy="396240"/>
              </a:xfrm>
              <a:prstGeom prst="rect">
                <a:avLst/>
              </a:prstGeom>
              <a:solidFill>
                <a:schemeClr val="lt1"/>
              </a:solidFill>
              <a:ln w="254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Public Sans"/>
                  <a:ea typeface="Public Sans"/>
                  <a:cs typeface="Public Sans"/>
                  <a:sym typeface="Public Sans"/>
                </a:endParaRPr>
              </a:p>
            </p:txBody>
          </p:sp>
        </p:grpSp>
        <p:cxnSp>
          <p:nvCxnSpPr>
            <p:cNvPr id="656" name="Google Shape;656;p268"/>
            <p:cNvCxnSpPr/>
            <p:nvPr/>
          </p:nvCxnSpPr>
          <p:spPr>
            <a:xfrm>
              <a:off x="1681048" y="1841656"/>
              <a:ext cx="0" cy="692859"/>
            </a:xfrm>
            <a:prstGeom prst="straightConnector1">
              <a:avLst/>
            </a:prstGeom>
            <a:noFill/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sp>
          <p:nvSpPr>
            <p:cNvPr id="657" name="Google Shape;657;p268"/>
            <p:cNvSpPr/>
            <p:nvPr/>
          </p:nvSpPr>
          <p:spPr>
            <a:xfrm rot="2700000">
              <a:off x="1559854" y="1891857"/>
              <a:ext cx="242388" cy="242388"/>
            </a:xfrm>
            <a:prstGeom prst="rect">
              <a:avLst/>
            </a:prstGeom>
            <a:solidFill>
              <a:schemeClr val="lt2"/>
            </a:solidFill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5400000" algn="t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endParaRPr>
            </a:p>
          </p:txBody>
        </p:sp>
      </p:grpSp>
      <p:grpSp>
        <p:nvGrpSpPr>
          <p:cNvPr id="658" name="Google Shape;658;p268"/>
          <p:cNvGrpSpPr/>
          <p:nvPr/>
        </p:nvGrpSpPr>
        <p:grpSpPr>
          <a:xfrm>
            <a:off x="2622541" y="2193743"/>
            <a:ext cx="397892" cy="646462"/>
            <a:chOff x="1400864" y="1624076"/>
            <a:chExt cx="560368" cy="910439"/>
          </a:xfrm>
        </p:grpSpPr>
        <p:grpSp>
          <p:nvGrpSpPr>
            <p:cNvPr id="659" name="Google Shape;659;p268"/>
            <p:cNvGrpSpPr/>
            <p:nvPr/>
          </p:nvGrpSpPr>
          <p:grpSpPr>
            <a:xfrm>
              <a:off x="1400864" y="1624076"/>
              <a:ext cx="560368" cy="825149"/>
              <a:chOff x="1342876" y="1647676"/>
              <a:chExt cx="560368" cy="825149"/>
            </a:xfrm>
          </p:grpSpPr>
          <p:sp>
            <p:nvSpPr>
              <p:cNvPr id="660" name="Google Shape;660;p268"/>
              <p:cNvSpPr/>
              <p:nvPr/>
            </p:nvSpPr>
            <p:spPr>
              <a:xfrm rot="2700000">
                <a:off x="1424940" y="1729740"/>
                <a:ext cx="396240" cy="39624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Public Sans"/>
                  <a:ea typeface="Public Sans"/>
                  <a:cs typeface="Public Sans"/>
                  <a:sym typeface="Public Sans"/>
                </a:endParaRPr>
              </a:p>
            </p:txBody>
          </p:sp>
          <p:sp>
            <p:nvSpPr>
              <p:cNvPr id="661" name="Google Shape;661;p268"/>
              <p:cNvSpPr/>
              <p:nvPr/>
            </p:nvSpPr>
            <p:spPr>
              <a:xfrm rot="2700000">
                <a:off x="1424940" y="1994521"/>
                <a:ext cx="396240" cy="396240"/>
              </a:xfrm>
              <a:prstGeom prst="rect">
                <a:avLst/>
              </a:prstGeom>
              <a:solidFill>
                <a:schemeClr val="lt1"/>
              </a:solidFill>
              <a:ln w="254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Public Sans"/>
                  <a:ea typeface="Public Sans"/>
                  <a:cs typeface="Public Sans"/>
                  <a:sym typeface="Public Sans"/>
                </a:endParaRPr>
              </a:p>
            </p:txBody>
          </p:sp>
        </p:grpSp>
        <p:cxnSp>
          <p:nvCxnSpPr>
            <p:cNvPr id="662" name="Google Shape;662;p268"/>
            <p:cNvCxnSpPr/>
            <p:nvPr/>
          </p:nvCxnSpPr>
          <p:spPr>
            <a:xfrm>
              <a:off x="1681048" y="1841656"/>
              <a:ext cx="0" cy="692859"/>
            </a:xfrm>
            <a:prstGeom prst="straightConnector1">
              <a:avLst/>
            </a:prstGeom>
            <a:noFill/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sp>
          <p:nvSpPr>
            <p:cNvPr id="663" name="Google Shape;663;p268"/>
            <p:cNvSpPr/>
            <p:nvPr/>
          </p:nvSpPr>
          <p:spPr>
            <a:xfrm rot="2700000">
              <a:off x="1559854" y="1891857"/>
              <a:ext cx="242388" cy="242388"/>
            </a:xfrm>
            <a:prstGeom prst="rect">
              <a:avLst/>
            </a:prstGeom>
            <a:solidFill>
              <a:schemeClr val="dk2"/>
            </a:solidFill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5400000" algn="t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endParaRPr>
            </a:p>
          </p:txBody>
        </p:sp>
      </p:grpSp>
      <p:grpSp>
        <p:nvGrpSpPr>
          <p:cNvPr id="664" name="Google Shape;664;p268"/>
          <p:cNvGrpSpPr/>
          <p:nvPr/>
        </p:nvGrpSpPr>
        <p:grpSpPr>
          <a:xfrm>
            <a:off x="4363565" y="2193743"/>
            <a:ext cx="397892" cy="646462"/>
            <a:chOff x="1400864" y="1624076"/>
            <a:chExt cx="560368" cy="910439"/>
          </a:xfrm>
        </p:grpSpPr>
        <p:grpSp>
          <p:nvGrpSpPr>
            <p:cNvPr id="665" name="Google Shape;665;p268"/>
            <p:cNvGrpSpPr/>
            <p:nvPr/>
          </p:nvGrpSpPr>
          <p:grpSpPr>
            <a:xfrm>
              <a:off x="1400864" y="1624076"/>
              <a:ext cx="560368" cy="825149"/>
              <a:chOff x="1342876" y="1647676"/>
              <a:chExt cx="560368" cy="825149"/>
            </a:xfrm>
          </p:grpSpPr>
          <p:sp>
            <p:nvSpPr>
              <p:cNvPr id="666" name="Google Shape;666;p268"/>
              <p:cNvSpPr/>
              <p:nvPr/>
            </p:nvSpPr>
            <p:spPr>
              <a:xfrm rot="2700000">
                <a:off x="1424940" y="1729740"/>
                <a:ext cx="396240" cy="396240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Public Sans"/>
                  <a:ea typeface="Public Sans"/>
                  <a:cs typeface="Public Sans"/>
                  <a:sym typeface="Public Sans"/>
                </a:endParaRPr>
              </a:p>
            </p:txBody>
          </p:sp>
          <p:sp>
            <p:nvSpPr>
              <p:cNvPr id="667" name="Google Shape;667;p268"/>
              <p:cNvSpPr/>
              <p:nvPr/>
            </p:nvSpPr>
            <p:spPr>
              <a:xfrm rot="2700000">
                <a:off x="1424940" y="1994521"/>
                <a:ext cx="396240" cy="396240"/>
              </a:xfrm>
              <a:prstGeom prst="rect">
                <a:avLst/>
              </a:prstGeom>
              <a:solidFill>
                <a:schemeClr val="lt1"/>
              </a:solidFill>
              <a:ln w="254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Public Sans"/>
                  <a:ea typeface="Public Sans"/>
                  <a:cs typeface="Public Sans"/>
                  <a:sym typeface="Public Sans"/>
                </a:endParaRPr>
              </a:p>
            </p:txBody>
          </p:sp>
        </p:grpSp>
        <p:cxnSp>
          <p:nvCxnSpPr>
            <p:cNvPr id="668" name="Google Shape;668;p268"/>
            <p:cNvCxnSpPr/>
            <p:nvPr/>
          </p:nvCxnSpPr>
          <p:spPr>
            <a:xfrm>
              <a:off x="1681048" y="1841656"/>
              <a:ext cx="0" cy="692859"/>
            </a:xfrm>
            <a:prstGeom prst="straightConnector1">
              <a:avLst/>
            </a:prstGeom>
            <a:noFill/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sp>
          <p:nvSpPr>
            <p:cNvPr id="669" name="Google Shape;669;p268"/>
            <p:cNvSpPr/>
            <p:nvPr/>
          </p:nvSpPr>
          <p:spPr>
            <a:xfrm rot="2700000">
              <a:off x="1559854" y="1891857"/>
              <a:ext cx="242388" cy="242388"/>
            </a:xfrm>
            <a:prstGeom prst="rect">
              <a:avLst/>
            </a:prstGeom>
            <a:solidFill>
              <a:schemeClr val="lt2"/>
            </a:solidFill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5400000" algn="t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endParaRPr>
            </a:p>
          </p:txBody>
        </p:sp>
      </p:grpSp>
      <p:grpSp>
        <p:nvGrpSpPr>
          <p:cNvPr id="670" name="Google Shape;670;p268"/>
          <p:cNvGrpSpPr/>
          <p:nvPr/>
        </p:nvGrpSpPr>
        <p:grpSpPr>
          <a:xfrm>
            <a:off x="6104589" y="2193743"/>
            <a:ext cx="397892" cy="646462"/>
            <a:chOff x="1400864" y="1624076"/>
            <a:chExt cx="560368" cy="910439"/>
          </a:xfrm>
        </p:grpSpPr>
        <p:grpSp>
          <p:nvGrpSpPr>
            <p:cNvPr id="671" name="Google Shape;671;p268"/>
            <p:cNvGrpSpPr/>
            <p:nvPr/>
          </p:nvGrpSpPr>
          <p:grpSpPr>
            <a:xfrm>
              <a:off x="1400864" y="1624076"/>
              <a:ext cx="560368" cy="825149"/>
              <a:chOff x="1342876" y="1647676"/>
              <a:chExt cx="560368" cy="825149"/>
            </a:xfrm>
          </p:grpSpPr>
          <p:sp>
            <p:nvSpPr>
              <p:cNvPr id="672" name="Google Shape;672;p268"/>
              <p:cNvSpPr/>
              <p:nvPr/>
            </p:nvSpPr>
            <p:spPr>
              <a:xfrm rot="2700000">
                <a:off x="1424940" y="1729740"/>
                <a:ext cx="396240" cy="39624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Public Sans"/>
                  <a:ea typeface="Public Sans"/>
                  <a:cs typeface="Public Sans"/>
                  <a:sym typeface="Public Sans"/>
                </a:endParaRPr>
              </a:p>
            </p:txBody>
          </p:sp>
          <p:sp>
            <p:nvSpPr>
              <p:cNvPr id="673" name="Google Shape;673;p268"/>
              <p:cNvSpPr/>
              <p:nvPr/>
            </p:nvSpPr>
            <p:spPr>
              <a:xfrm rot="2700000">
                <a:off x="1424940" y="1994521"/>
                <a:ext cx="396240" cy="396240"/>
              </a:xfrm>
              <a:prstGeom prst="rect">
                <a:avLst/>
              </a:prstGeom>
              <a:solidFill>
                <a:schemeClr val="lt1"/>
              </a:solidFill>
              <a:ln w="254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Public Sans"/>
                  <a:ea typeface="Public Sans"/>
                  <a:cs typeface="Public Sans"/>
                  <a:sym typeface="Public Sans"/>
                </a:endParaRPr>
              </a:p>
            </p:txBody>
          </p:sp>
        </p:grpSp>
        <p:cxnSp>
          <p:nvCxnSpPr>
            <p:cNvPr id="674" name="Google Shape;674;p268"/>
            <p:cNvCxnSpPr/>
            <p:nvPr/>
          </p:nvCxnSpPr>
          <p:spPr>
            <a:xfrm>
              <a:off x="1681048" y="1841656"/>
              <a:ext cx="0" cy="692859"/>
            </a:xfrm>
            <a:prstGeom prst="straightConnector1">
              <a:avLst/>
            </a:prstGeom>
            <a:noFill/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sp>
          <p:nvSpPr>
            <p:cNvPr id="675" name="Google Shape;675;p268"/>
            <p:cNvSpPr/>
            <p:nvPr/>
          </p:nvSpPr>
          <p:spPr>
            <a:xfrm rot="2700000">
              <a:off x="1559854" y="1891857"/>
              <a:ext cx="242388" cy="242388"/>
            </a:xfrm>
            <a:prstGeom prst="rect">
              <a:avLst/>
            </a:prstGeom>
            <a:solidFill>
              <a:schemeClr val="dk2"/>
            </a:solidFill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5400000" algn="t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endParaRPr>
            </a:p>
          </p:txBody>
        </p:sp>
      </p:grpSp>
      <p:grpSp>
        <p:nvGrpSpPr>
          <p:cNvPr id="676" name="Google Shape;676;p268"/>
          <p:cNvGrpSpPr/>
          <p:nvPr/>
        </p:nvGrpSpPr>
        <p:grpSpPr>
          <a:xfrm>
            <a:off x="7845614" y="2193743"/>
            <a:ext cx="397892" cy="646462"/>
            <a:chOff x="1400864" y="1624076"/>
            <a:chExt cx="560368" cy="910439"/>
          </a:xfrm>
        </p:grpSpPr>
        <p:grpSp>
          <p:nvGrpSpPr>
            <p:cNvPr id="677" name="Google Shape;677;p268"/>
            <p:cNvGrpSpPr/>
            <p:nvPr/>
          </p:nvGrpSpPr>
          <p:grpSpPr>
            <a:xfrm>
              <a:off x="1400864" y="1624076"/>
              <a:ext cx="560368" cy="825149"/>
              <a:chOff x="1342876" y="1647676"/>
              <a:chExt cx="560368" cy="825149"/>
            </a:xfrm>
          </p:grpSpPr>
          <p:sp>
            <p:nvSpPr>
              <p:cNvPr id="678" name="Google Shape;678;p268"/>
              <p:cNvSpPr/>
              <p:nvPr/>
            </p:nvSpPr>
            <p:spPr>
              <a:xfrm rot="2700000">
                <a:off x="1424940" y="1729740"/>
                <a:ext cx="396240" cy="396240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Public Sans"/>
                  <a:ea typeface="Public Sans"/>
                  <a:cs typeface="Public Sans"/>
                  <a:sym typeface="Public Sans"/>
                </a:endParaRPr>
              </a:p>
            </p:txBody>
          </p:sp>
          <p:sp>
            <p:nvSpPr>
              <p:cNvPr id="679" name="Google Shape;679;p268"/>
              <p:cNvSpPr/>
              <p:nvPr/>
            </p:nvSpPr>
            <p:spPr>
              <a:xfrm rot="2700000">
                <a:off x="1424940" y="1994521"/>
                <a:ext cx="396240" cy="396240"/>
              </a:xfrm>
              <a:prstGeom prst="rect">
                <a:avLst/>
              </a:prstGeom>
              <a:solidFill>
                <a:schemeClr val="lt1"/>
              </a:solidFill>
              <a:ln w="254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Public Sans"/>
                  <a:ea typeface="Public Sans"/>
                  <a:cs typeface="Public Sans"/>
                  <a:sym typeface="Public Sans"/>
                </a:endParaRPr>
              </a:p>
            </p:txBody>
          </p:sp>
        </p:grpSp>
        <p:cxnSp>
          <p:nvCxnSpPr>
            <p:cNvPr id="680" name="Google Shape;680;p268"/>
            <p:cNvCxnSpPr/>
            <p:nvPr/>
          </p:nvCxnSpPr>
          <p:spPr>
            <a:xfrm>
              <a:off x="1681048" y="1841656"/>
              <a:ext cx="0" cy="692859"/>
            </a:xfrm>
            <a:prstGeom prst="straightConnector1">
              <a:avLst/>
            </a:prstGeom>
            <a:noFill/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sp>
          <p:nvSpPr>
            <p:cNvPr id="681" name="Google Shape;681;p268"/>
            <p:cNvSpPr/>
            <p:nvPr/>
          </p:nvSpPr>
          <p:spPr>
            <a:xfrm rot="2700000">
              <a:off x="1559854" y="1891857"/>
              <a:ext cx="242388" cy="242388"/>
            </a:xfrm>
            <a:prstGeom prst="rect">
              <a:avLst/>
            </a:prstGeom>
            <a:solidFill>
              <a:schemeClr val="lt2"/>
            </a:solidFill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5400000" algn="t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endParaRPr>
            </a:p>
          </p:txBody>
        </p:sp>
      </p:grpSp>
      <p:sp>
        <p:nvSpPr>
          <p:cNvPr id="682" name="Google Shape;682;p268"/>
          <p:cNvSpPr txBox="1">
            <a:spLocks noGrp="1"/>
          </p:cNvSpPr>
          <p:nvPr>
            <p:ph type="body" idx="1"/>
          </p:nvPr>
        </p:nvSpPr>
        <p:spPr>
          <a:xfrm>
            <a:off x="223088" y="2976272"/>
            <a:ext cx="1714750" cy="32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83" name="Google Shape;683;p268"/>
          <p:cNvSpPr txBox="1">
            <a:spLocks noGrp="1"/>
          </p:cNvSpPr>
          <p:nvPr>
            <p:ph type="body" idx="2"/>
          </p:nvPr>
        </p:nvSpPr>
        <p:spPr>
          <a:xfrm>
            <a:off x="1964112" y="2976272"/>
            <a:ext cx="1714750" cy="32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84" name="Google Shape;684;p268"/>
          <p:cNvSpPr txBox="1">
            <a:spLocks noGrp="1"/>
          </p:cNvSpPr>
          <p:nvPr>
            <p:ph type="body" idx="3"/>
          </p:nvPr>
        </p:nvSpPr>
        <p:spPr>
          <a:xfrm>
            <a:off x="3705136" y="2976272"/>
            <a:ext cx="1714750" cy="32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85" name="Google Shape;685;p268"/>
          <p:cNvSpPr txBox="1">
            <a:spLocks noGrp="1"/>
          </p:cNvSpPr>
          <p:nvPr>
            <p:ph type="body" idx="4"/>
          </p:nvPr>
        </p:nvSpPr>
        <p:spPr>
          <a:xfrm>
            <a:off x="5446160" y="2976272"/>
            <a:ext cx="1714750" cy="32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86" name="Google Shape;686;p268"/>
          <p:cNvSpPr txBox="1">
            <a:spLocks noGrp="1"/>
          </p:cNvSpPr>
          <p:nvPr>
            <p:ph type="body" idx="5"/>
          </p:nvPr>
        </p:nvSpPr>
        <p:spPr>
          <a:xfrm>
            <a:off x="7187185" y="2976272"/>
            <a:ext cx="1714750" cy="32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1_Section title and description 2">
    <p:spTree>
      <p:nvGrpSpPr>
        <p:cNvPr id="1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8" name="Google Shape;688;p269" descr="Shape&#10;&#10;Description automatically generated with low confidenc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3990" cy="5143494"/>
          </a:xfrm>
          <a:prstGeom prst="rect">
            <a:avLst/>
          </a:prstGeom>
          <a:noFill/>
          <a:ln>
            <a:noFill/>
          </a:ln>
        </p:spPr>
      </p:pic>
      <p:sp>
        <p:nvSpPr>
          <p:cNvPr id="689" name="Google Shape;689;p269"/>
          <p:cNvSpPr txBox="1">
            <a:spLocks noGrp="1"/>
          </p:cNvSpPr>
          <p:nvPr>
            <p:ph type="title"/>
          </p:nvPr>
        </p:nvSpPr>
        <p:spPr>
          <a:xfrm>
            <a:off x="135731" y="202405"/>
            <a:ext cx="7886700" cy="344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366A"/>
              </a:buClr>
              <a:buSzPts val="1700"/>
              <a:buFont typeface="Public Sans"/>
              <a:buNone/>
              <a:defRPr sz="1700" b="1" i="0" u="none" strike="noStrike" cap="none">
                <a:solidFill>
                  <a:srgbClr val="22366A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90" name="Google Shape;690;p269"/>
          <p:cNvSpPr/>
          <p:nvPr/>
        </p:nvSpPr>
        <p:spPr>
          <a:xfrm>
            <a:off x="0" y="202405"/>
            <a:ext cx="135731" cy="344091"/>
          </a:xfrm>
          <a:prstGeom prst="rect">
            <a:avLst/>
          </a:prstGeom>
          <a:solidFill>
            <a:srgbClr val="22366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91" name="Google Shape;691;p269"/>
          <p:cNvGrpSpPr/>
          <p:nvPr/>
        </p:nvGrpSpPr>
        <p:grpSpPr>
          <a:xfrm>
            <a:off x="881517" y="2193743"/>
            <a:ext cx="7361989" cy="646462"/>
            <a:chOff x="881517" y="2219381"/>
            <a:chExt cx="7361989" cy="646462"/>
          </a:xfrm>
        </p:grpSpPr>
        <p:grpSp>
          <p:nvGrpSpPr>
            <p:cNvPr id="692" name="Google Shape;692;p269"/>
            <p:cNvGrpSpPr/>
            <p:nvPr/>
          </p:nvGrpSpPr>
          <p:grpSpPr>
            <a:xfrm>
              <a:off x="881517" y="2219381"/>
              <a:ext cx="397892" cy="646462"/>
              <a:chOff x="1400864" y="1624076"/>
              <a:chExt cx="560368" cy="910439"/>
            </a:xfrm>
          </p:grpSpPr>
          <p:grpSp>
            <p:nvGrpSpPr>
              <p:cNvPr id="693" name="Google Shape;693;p269"/>
              <p:cNvGrpSpPr/>
              <p:nvPr/>
            </p:nvGrpSpPr>
            <p:grpSpPr>
              <a:xfrm>
                <a:off x="1400864" y="1624076"/>
                <a:ext cx="560368" cy="825149"/>
                <a:chOff x="1342876" y="1647676"/>
                <a:chExt cx="560368" cy="825149"/>
              </a:xfrm>
            </p:grpSpPr>
            <p:sp>
              <p:nvSpPr>
                <p:cNvPr id="694" name="Google Shape;694;p269"/>
                <p:cNvSpPr/>
                <p:nvPr/>
              </p:nvSpPr>
              <p:spPr>
                <a:xfrm rot="2700000">
                  <a:off x="1424940" y="1729740"/>
                  <a:ext cx="396240" cy="39624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Public Sans"/>
                    <a:ea typeface="Public Sans"/>
                    <a:cs typeface="Public Sans"/>
                    <a:sym typeface="Public Sans"/>
                  </a:endParaRPr>
                </a:p>
              </p:txBody>
            </p:sp>
            <p:sp>
              <p:nvSpPr>
                <p:cNvPr id="695" name="Google Shape;695;p269"/>
                <p:cNvSpPr/>
                <p:nvPr/>
              </p:nvSpPr>
              <p:spPr>
                <a:xfrm rot="2700000">
                  <a:off x="1424940" y="1994521"/>
                  <a:ext cx="396240" cy="396240"/>
                </a:xfrm>
                <a:prstGeom prst="rect">
                  <a:avLst/>
                </a:prstGeom>
                <a:solidFill>
                  <a:schemeClr val="lt1"/>
                </a:solidFill>
                <a:ln w="254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Public Sans"/>
                    <a:ea typeface="Public Sans"/>
                    <a:cs typeface="Public Sans"/>
                    <a:sym typeface="Public Sans"/>
                  </a:endParaRPr>
                </a:p>
              </p:txBody>
            </p:sp>
          </p:grpSp>
          <p:cxnSp>
            <p:nvCxnSpPr>
              <p:cNvPr id="696" name="Google Shape;696;p269"/>
              <p:cNvCxnSpPr/>
              <p:nvPr/>
            </p:nvCxnSpPr>
            <p:spPr>
              <a:xfrm>
                <a:off x="1681048" y="1841656"/>
                <a:ext cx="0" cy="692859"/>
              </a:xfrm>
              <a:prstGeom prst="straightConnector1">
                <a:avLst/>
              </a:prstGeom>
              <a:noFill/>
              <a:ln w="9525" cap="flat" cmpd="sng">
                <a:solidFill>
                  <a:srgbClr val="BFBFBF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sp>
            <p:nvSpPr>
              <p:cNvPr id="697" name="Google Shape;697;p269"/>
              <p:cNvSpPr/>
              <p:nvPr/>
            </p:nvSpPr>
            <p:spPr>
              <a:xfrm rot="2700000">
                <a:off x="1559854" y="1891857"/>
                <a:ext cx="242388" cy="242388"/>
              </a:xfrm>
              <a:prstGeom prst="rect">
                <a:avLst/>
              </a:prstGeom>
              <a:solidFill>
                <a:schemeClr val="accent1"/>
              </a:solidFill>
              <a:ln w="254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50800" dist="38100" dir="5400000" algn="t" rotWithShape="0">
                  <a:srgbClr val="000000">
                    <a:alpha val="40000"/>
                  </a:srgbClr>
                </a:outerShdw>
              </a:effectLst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Public Sans"/>
                  <a:ea typeface="Public Sans"/>
                  <a:cs typeface="Public Sans"/>
                  <a:sym typeface="Public Sans"/>
                </a:endParaRPr>
              </a:p>
            </p:txBody>
          </p:sp>
        </p:grpSp>
        <p:grpSp>
          <p:nvGrpSpPr>
            <p:cNvPr id="698" name="Google Shape;698;p269"/>
            <p:cNvGrpSpPr/>
            <p:nvPr/>
          </p:nvGrpSpPr>
          <p:grpSpPr>
            <a:xfrm>
              <a:off x="2622541" y="2219381"/>
              <a:ext cx="397892" cy="646462"/>
              <a:chOff x="1400864" y="1624076"/>
              <a:chExt cx="560368" cy="910439"/>
            </a:xfrm>
          </p:grpSpPr>
          <p:grpSp>
            <p:nvGrpSpPr>
              <p:cNvPr id="699" name="Google Shape;699;p269"/>
              <p:cNvGrpSpPr/>
              <p:nvPr/>
            </p:nvGrpSpPr>
            <p:grpSpPr>
              <a:xfrm>
                <a:off x="1400864" y="1624076"/>
                <a:ext cx="560368" cy="825149"/>
                <a:chOff x="1342876" y="1647676"/>
                <a:chExt cx="560368" cy="825149"/>
              </a:xfrm>
            </p:grpSpPr>
            <p:sp>
              <p:nvSpPr>
                <p:cNvPr id="700" name="Google Shape;700;p269"/>
                <p:cNvSpPr/>
                <p:nvPr/>
              </p:nvSpPr>
              <p:spPr>
                <a:xfrm rot="2700000">
                  <a:off x="1424940" y="1729740"/>
                  <a:ext cx="396240" cy="396240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Public Sans"/>
                    <a:ea typeface="Public Sans"/>
                    <a:cs typeface="Public Sans"/>
                    <a:sym typeface="Public Sans"/>
                  </a:endParaRPr>
                </a:p>
              </p:txBody>
            </p:sp>
            <p:sp>
              <p:nvSpPr>
                <p:cNvPr id="701" name="Google Shape;701;p269"/>
                <p:cNvSpPr/>
                <p:nvPr/>
              </p:nvSpPr>
              <p:spPr>
                <a:xfrm rot="2700000">
                  <a:off x="1424940" y="1994521"/>
                  <a:ext cx="396240" cy="396240"/>
                </a:xfrm>
                <a:prstGeom prst="rect">
                  <a:avLst/>
                </a:prstGeom>
                <a:solidFill>
                  <a:schemeClr val="lt1"/>
                </a:solidFill>
                <a:ln w="254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Public Sans"/>
                    <a:ea typeface="Public Sans"/>
                    <a:cs typeface="Public Sans"/>
                    <a:sym typeface="Public Sans"/>
                  </a:endParaRPr>
                </a:p>
              </p:txBody>
            </p:sp>
          </p:grpSp>
          <p:cxnSp>
            <p:nvCxnSpPr>
              <p:cNvPr id="702" name="Google Shape;702;p269"/>
              <p:cNvCxnSpPr/>
              <p:nvPr/>
            </p:nvCxnSpPr>
            <p:spPr>
              <a:xfrm>
                <a:off x="1681048" y="1841656"/>
                <a:ext cx="0" cy="692859"/>
              </a:xfrm>
              <a:prstGeom prst="straightConnector1">
                <a:avLst/>
              </a:prstGeom>
              <a:noFill/>
              <a:ln w="9525" cap="flat" cmpd="sng">
                <a:solidFill>
                  <a:srgbClr val="BFBFBF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sp>
            <p:nvSpPr>
              <p:cNvPr id="703" name="Google Shape;703;p269"/>
              <p:cNvSpPr/>
              <p:nvPr/>
            </p:nvSpPr>
            <p:spPr>
              <a:xfrm rot="2700000">
                <a:off x="1559854" y="1891857"/>
                <a:ext cx="242388" cy="242388"/>
              </a:xfrm>
              <a:prstGeom prst="rect">
                <a:avLst/>
              </a:prstGeom>
              <a:solidFill>
                <a:schemeClr val="lt2"/>
              </a:solidFill>
              <a:ln w="254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50800" dist="38100" dir="5400000" algn="t" rotWithShape="0">
                  <a:srgbClr val="000000">
                    <a:alpha val="40000"/>
                  </a:srgbClr>
                </a:outerShdw>
              </a:effectLst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Public Sans"/>
                  <a:ea typeface="Public Sans"/>
                  <a:cs typeface="Public Sans"/>
                  <a:sym typeface="Public Sans"/>
                </a:endParaRPr>
              </a:p>
            </p:txBody>
          </p:sp>
        </p:grpSp>
        <p:grpSp>
          <p:nvGrpSpPr>
            <p:cNvPr id="704" name="Google Shape;704;p269"/>
            <p:cNvGrpSpPr/>
            <p:nvPr/>
          </p:nvGrpSpPr>
          <p:grpSpPr>
            <a:xfrm>
              <a:off x="4363565" y="2219381"/>
              <a:ext cx="397892" cy="646462"/>
              <a:chOff x="1400864" y="1624076"/>
              <a:chExt cx="560368" cy="910439"/>
            </a:xfrm>
          </p:grpSpPr>
          <p:grpSp>
            <p:nvGrpSpPr>
              <p:cNvPr id="705" name="Google Shape;705;p269"/>
              <p:cNvGrpSpPr/>
              <p:nvPr/>
            </p:nvGrpSpPr>
            <p:grpSpPr>
              <a:xfrm>
                <a:off x="1400864" y="1624076"/>
                <a:ext cx="560368" cy="825149"/>
                <a:chOff x="1342876" y="1647676"/>
                <a:chExt cx="560368" cy="825149"/>
              </a:xfrm>
            </p:grpSpPr>
            <p:sp>
              <p:nvSpPr>
                <p:cNvPr id="706" name="Google Shape;706;p269"/>
                <p:cNvSpPr/>
                <p:nvPr/>
              </p:nvSpPr>
              <p:spPr>
                <a:xfrm rot="2700000">
                  <a:off x="1424940" y="1729740"/>
                  <a:ext cx="396240" cy="39624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Public Sans"/>
                    <a:ea typeface="Public Sans"/>
                    <a:cs typeface="Public Sans"/>
                    <a:sym typeface="Public Sans"/>
                  </a:endParaRPr>
                </a:p>
              </p:txBody>
            </p:sp>
            <p:sp>
              <p:nvSpPr>
                <p:cNvPr id="707" name="Google Shape;707;p269"/>
                <p:cNvSpPr/>
                <p:nvPr/>
              </p:nvSpPr>
              <p:spPr>
                <a:xfrm rot="2700000">
                  <a:off x="1424940" y="1994521"/>
                  <a:ext cx="396240" cy="396240"/>
                </a:xfrm>
                <a:prstGeom prst="rect">
                  <a:avLst/>
                </a:prstGeom>
                <a:solidFill>
                  <a:schemeClr val="lt1"/>
                </a:solidFill>
                <a:ln w="254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Public Sans"/>
                    <a:ea typeface="Public Sans"/>
                    <a:cs typeface="Public Sans"/>
                    <a:sym typeface="Public Sans"/>
                  </a:endParaRPr>
                </a:p>
              </p:txBody>
            </p:sp>
          </p:grpSp>
          <p:cxnSp>
            <p:nvCxnSpPr>
              <p:cNvPr id="708" name="Google Shape;708;p269"/>
              <p:cNvCxnSpPr/>
              <p:nvPr/>
            </p:nvCxnSpPr>
            <p:spPr>
              <a:xfrm>
                <a:off x="1681048" y="1841656"/>
                <a:ext cx="0" cy="692859"/>
              </a:xfrm>
              <a:prstGeom prst="straightConnector1">
                <a:avLst/>
              </a:prstGeom>
              <a:noFill/>
              <a:ln w="9525" cap="flat" cmpd="sng">
                <a:solidFill>
                  <a:srgbClr val="BFBFBF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sp>
            <p:nvSpPr>
              <p:cNvPr id="709" name="Google Shape;709;p269"/>
              <p:cNvSpPr/>
              <p:nvPr/>
            </p:nvSpPr>
            <p:spPr>
              <a:xfrm rot="2700000">
                <a:off x="1559854" y="1891857"/>
                <a:ext cx="242388" cy="242388"/>
              </a:xfrm>
              <a:prstGeom prst="rect">
                <a:avLst/>
              </a:prstGeom>
              <a:solidFill>
                <a:schemeClr val="accent1"/>
              </a:solidFill>
              <a:ln w="254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50800" dist="38100" dir="5400000" algn="t" rotWithShape="0">
                  <a:srgbClr val="000000">
                    <a:alpha val="40000"/>
                  </a:srgbClr>
                </a:outerShdw>
              </a:effectLst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Public Sans"/>
                  <a:ea typeface="Public Sans"/>
                  <a:cs typeface="Public Sans"/>
                  <a:sym typeface="Public Sans"/>
                </a:endParaRPr>
              </a:p>
            </p:txBody>
          </p:sp>
        </p:grpSp>
        <p:grpSp>
          <p:nvGrpSpPr>
            <p:cNvPr id="710" name="Google Shape;710;p269"/>
            <p:cNvGrpSpPr/>
            <p:nvPr/>
          </p:nvGrpSpPr>
          <p:grpSpPr>
            <a:xfrm>
              <a:off x="6104589" y="2219381"/>
              <a:ext cx="397892" cy="646462"/>
              <a:chOff x="1400864" y="1624076"/>
              <a:chExt cx="560368" cy="910439"/>
            </a:xfrm>
          </p:grpSpPr>
          <p:grpSp>
            <p:nvGrpSpPr>
              <p:cNvPr id="711" name="Google Shape;711;p269"/>
              <p:cNvGrpSpPr/>
              <p:nvPr/>
            </p:nvGrpSpPr>
            <p:grpSpPr>
              <a:xfrm>
                <a:off x="1400864" y="1624076"/>
                <a:ext cx="560368" cy="825149"/>
                <a:chOff x="1342876" y="1647676"/>
                <a:chExt cx="560368" cy="825149"/>
              </a:xfrm>
            </p:grpSpPr>
            <p:sp>
              <p:nvSpPr>
                <p:cNvPr id="712" name="Google Shape;712;p269"/>
                <p:cNvSpPr/>
                <p:nvPr/>
              </p:nvSpPr>
              <p:spPr>
                <a:xfrm rot="2700000">
                  <a:off x="1424940" y="1729740"/>
                  <a:ext cx="396240" cy="396240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Public Sans"/>
                    <a:ea typeface="Public Sans"/>
                    <a:cs typeface="Public Sans"/>
                    <a:sym typeface="Public Sans"/>
                  </a:endParaRPr>
                </a:p>
              </p:txBody>
            </p:sp>
            <p:sp>
              <p:nvSpPr>
                <p:cNvPr id="713" name="Google Shape;713;p269"/>
                <p:cNvSpPr/>
                <p:nvPr/>
              </p:nvSpPr>
              <p:spPr>
                <a:xfrm rot="2700000">
                  <a:off x="1424940" y="1994521"/>
                  <a:ext cx="396240" cy="396240"/>
                </a:xfrm>
                <a:prstGeom prst="rect">
                  <a:avLst/>
                </a:prstGeom>
                <a:solidFill>
                  <a:schemeClr val="lt1"/>
                </a:solidFill>
                <a:ln w="254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Public Sans"/>
                    <a:ea typeface="Public Sans"/>
                    <a:cs typeface="Public Sans"/>
                    <a:sym typeface="Public Sans"/>
                  </a:endParaRPr>
                </a:p>
              </p:txBody>
            </p:sp>
          </p:grpSp>
          <p:cxnSp>
            <p:nvCxnSpPr>
              <p:cNvPr id="714" name="Google Shape;714;p269"/>
              <p:cNvCxnSpPr/>
              <p:nvPr/>
            </p:nvCxnSpPr>
            <p:spPr>
              <a:xfrm>
                <a:off x="1681048" y="1841656"/>
                <a:ext cx="0" cy="692859"/>
              </a:xfrm>
              <a:prstGeom prst="straightConnector1">
                <a:avLst/>
              </a:prstGeom>
              <a:noFill/>
              <a:ln w="9525" cap="flat" cmpd="sng">
                <a:solidFill>
                  <a:srgbClr val="BFBFBF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sp>
            <p:nvSpPr>
              <p:cNvPr id="715" name="Google Shape;715;p269"/>
              <p:cNvSpPr/>
              <p:nvPr/>
            </p:nvSpPr>
            <p:spPr>
              <a:xfrm rot="2700000">
                <a:off x="1559854" y="1891857"/>
                <a:ext cx="242388" cy="242388"/>
              </a:xfrm>
              <a:prstGeom prst="rect">
                <a:avLst/>
              </a:prstGeom>
              <a:solidFill>
                <a:schemeClr val="lt2"/>
              </a:solidFill>
              <a:ln w="254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50800" dist="38100" dir="5400000" algn="t" rotWithShape="0">
                  <a:srgbClr val="000000">
                    <a:alpha val="40000"/>
                  </a:srgbClr>
                </a:outerShdw>
              </a:effectLst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Public Sans"/>
                  <a:ea typeface="Public Sans"/>
                  <a:cs typeface="Public Sans"/>
                  <a:sym typeface="Public Sans"/>
                </a:endParaRPr>
              </a:p>
            </p:txBody>
          </p:sp>
        </p:grpSp>
        <p:grpSp>
          <p:nvGrpSpPr>
            <p:cNvPr id="716" name="Google Shape;716;p269"/>
            <p:cNvGrpSpPr/>
            <p:nvPr/>
          </p:nvGrpSpPr>
          <p:grpSpPr>
            <a:xfrm>
              <a:off x="7845614" y="2219381"/>
              <a:ext cx="397892" cy="646462"/>
              <a:chOff x="1400864" y="1624076"/>
              <a:chExt cx="560368" cy="910439"/>
            </a:xfrm>
          </p:grpSpPr>
          <p:grpSp>
            <p:nvGrpSpPr>
              <p:cNvPr id="717" name="Google Shape;717;p269"/>
              <p:cNvGrpSpPr/>
              <p:nvPr/>
            </p:nvGrpSpPr>
            <p:grpSpPr>
              <a:xfrm>
                <a:off x="1400864" y="1624076"/>
                <a:ext cx="560368" cy="825149"/>
                <a:chOff x="1342876" y="1647676"/>
                <a:chExt cx="560368" cy="825149"/>
              </a:xfrm>
            </p:grpSpPr>
            <p:sp>
              <p:nvSpPr>
                <p:cNvPr id="718" name="Google Shape;718;p269"/>
                <p:cNvSpPr/>
                <p:nvPr/>
              </p:nvSpPr>
              <p:spPr>
                <a:xfrm rot="2700000">
                  <a:off x="1424940" y="1729740"/>
                  <a:ext cx="396240" cy="39624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Public Sans"/>
                    <a:ea typeface="Public Sans"/>
                    <a:cs typeface="Public Sans"/>
                    <a:sym typeface="Public Sans"/>
                  </a:endParaRPr>
                </a:p>
              </p:txBody>
            </p:sp>
            <p:sp>
              <p:nvSpPr>
                <p:cNvPr id="719" name="Google Shape;719;p269"/>
                <p:cNvSpPr/>
                <p:nvPr/>
              </p:nvSpPr>
              <p:spPr>
                <a:xfrm rot="2700000">
                  <a:off x="1424940" y="1994521"/>
                  <a:ext cx="396240" cy="396240"/>
                </a:xfrm>
                <a:prstGeom prst="rect">
                  <a:avLst/>
                </a:prstGeom>
                <a:solidFill>
                  <a:schemeClr val="lt1"/>
                </a:solidFill>
                <a:ln w="254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Public Sans"/>
                    <a:ea typeface="Public Sans"/>
                    <a:cs typeface="Public Sans"/>
                    <a:sym typeface="Public Sans"/>
                  </a:endParaRPr>
                </a:p>
              </p:txBody>
            </p:sp>
          </p:grpSp>
          <p:cxnSp>
            <p:nvCxnSpPr>
              <p:cNvPr id="720" name="Google Shape;720;p269"/>
              <p:cNvCxnSpPr/>
              <p:nvPr/>
            </p:nvCxnSpPr>
            <p:spPr>
              <a:xfrm>
                <a:off x="1681048" y="1841656"/>
                <a:ext cx="0" cy="692859"/>
              </a:xfrm>
              <a:prstGeom prst="straightConnector1">
                <a:avLst/>
              </a:prstGeom>
              <a:noFill/>
              <a:ln w="9525" cap="flat" cmpd="sng">
                <a:solidFill>
                  <a:srgbClr val="BFBFBF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sp>
            <p:nvSpPr>
              <p:cNvPr id="721" name="Google Shape;721;p269"/>
              <p:cNvSpPr/>
              <p:nvPr/>
            </p:nvSpPr>
            <p:spPr>
              <a:xfrm rot="2700000">
                <a:off x="1559854" y="1891857"/>
                <a:ext cx="242388" cy="242388"/>
              </a:xfrm>
              <a:prstGeom prst="rect">
                <a:avLst/>
              </a:prstGeom>
              <a:solidFill>
                <a:schemeClr val="accent1"/>
              </a:solidFill>
              <a:ln w="254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50800" dist="38100" dir="5400000" algn="t" rotWithShape="0">
                  <a:srgbClr val="000000">
                    <a:alpha val="40000"/>
                  </a:srgbClr>
                </a:outerShdw>
              </a:effectLst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Public Sans"/>
                  <a:ea typeface="Public Sans"/>
                  <a:cs typeface="Public Sans"/>
                  <a:sym typeface="Public Sans"/>
                </a:endParaRPr>
              </a:p>
            </p:txBody>
          </p:sp>
        </p:grpSp>
      </p:grpSp>
      <p:sp>
        <p:nvSpPr>
          <p:cNvPr id="722" name="Google Shape;722;p269"/>
          <p:cNvSpPr txBox="1">
            <a:spLocks noGrp="1"/>
          </p:cNvSpPr>
          <p:nvPr>
            <p:ph type="body" idx="1"/>
          </p:nvPr>
        </p:nvSpPr>
        <p:spPr>
          <a:xfrm>
            <a:off x="223088" y="2976272"/>
            <a:ext cx="1714750" cy="32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23" name="Google Shape;723;p269"/>
          <p:cNvSpPr txBox="1">
            <a:spLocks noGrp="1"/>
          </p:cNvSpPr>
          <p:nvPr>
            <p:ph type="body" idx="2"/>
          </p:nvPr>
        </p:nvSpPr>
        <p:spPr>
          <a:xfrm>
            <a:off x="1964112" y="2976272"/>
            <a:ext cx="1714750" cy="32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24" name="Google Shape;724;p269"/>
          <p:cNvSpPr txBox="1">
            <a:spLocks noGrp="1"/>
          </p:cNvSpPr>
          <p:nvPr>
            <p:ph type="body" idx="3"/>
          </p:nvPr>
        </p:nvSpPr>
        <p:spPr>
          <a:xfrm>
            <a:off x="3705136" y="2976272"/>
            <a:ext cx="1714750" cy="32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25" name="Google Shape;725;p269"/>
          <p:cNvSpPr txBox="1">
            <a:spLocks noGrp="1"/>
          </p:cNvSpPr>
          <p:nvPr>
            <p:ph type="body" idx="4"/>
          </p:nvPr>
        </p:nvSpPr>
        <p:spPr>
          <a:xfrm>
            <a:off x="5446160" y="2976272"/>
            <a:ext cx="1714750" cy="32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26" name="Google Shape;726;p269"/>
          <p:cNvSpPr txBox="1">
            <a:spLocks noGrp="1"/>
          </p:cNvSpPr>
          <p:nvPr>
            <p:ph type="body" idx="5"/>
          </p:nvPr>
        </p:nvSpPr>
        <p:spPr>
          <a:xfrm>
            <a:off x="7187185" y="2976272"/>
            <a:ext cx="1714750" cy="32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1_Section title and description 3">
    <p:spTree>
      <p:nvGrpSpPr>
        <p:cNvPr id="1" name="Shape 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8" name="Google Shape;728;p270" descr="Shape&#10;&#10;Description automatically generated with low confidenc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3990" cy="5143494"/>
          </a:xfrm>
          <a:prstGeom prst="rect">
            <a:avLst/>
          </a:prstGeom>
          <a:noFill/>
          <a:ln>
            <a:noFill/>
          </a:ln>
        </p:spPr>
      </p:pic>
      <p:sp>
        <p:nvSpPr>
          <p:cNvPr id="729" name="Google Shape;729;p270"/>
          <p:cNvSpPr txBox="1">
            <a:spLocks noGrp="1"/>
          </p:cNvSpPr>
          <p:nvPr>
            <p:ph type="title"/>
          </p:nvPr>
        </p:nvSpPr>
        <p:spPr>
          <a:xfrm>
            <a:off x="135731" y="202405"/>
            <a:ext cx="7886700" cy="344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366A"/>
              </a:buClr>
              <a:buSzPts val="1700"/>
              <a:buFont typeface="Public Sans"/>
              <a:buNone/>
              <a:defRPr sz="1700" b="1" i="0" u="none" strike="noStrike" cap="none">
                <a:solidFill>
                  <a:srgbClr val="22366A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30" name="Google Shape;730;p270"/>
          <p:cNvSpPr/>
          <p:nvPr/>
        </p:nvSpPr>
        <p:spPr>
          <a:xfrm>
            <a:off x="0" y="202405"/>
            <a:ext cx="135731" cy="344091"/>
          </a:xfrm>
          <a:prstGeom prst="rect">
            <a:avLst/>
          </a:prstGeom>
          <a:solidFill>
            <a:srgbClr val="22366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1" name="Google Shape;731;p270"/>
          <p:cNvSpPr/>
          <p:nvPr/>
        </p:nvSpPr>
        <p:spPr>
          <a:xfrm>
            <a:off x="424317" y="2347851"/>
            <a:ext cx="8295367" cy="827315"/>
          </a:xfrm>
          <a:prstGeom prst="roundRect">
            <a:avLst>
              <a:gd name="adj" fmla="val 23418"/>
            </a:avLst>
          </a:prstGeom>
          <a:noFill/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endParaRPr sz="1300" b="0" i="0" u="none" strike="noStrike" cap="none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732" name="Google Shape;732;p270"/>
          <p:cNvSpPr/>
          <p:nvPr/>
        </p:nvSpPr>
        <p:spPr>
          <a:xfrm>
            <a:off x="895485" y="2047481"/>
            <a:ext cx="600740" cy="600740"/>
          </a:xfrm>
          <a:prstGeom prst="ellipse">
            <a:avLst/>
          </a:prstGeom>
          <a:solidFill>
            <a:schemeClr val="dk2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3" name="Google Shape;733;p270"/>
          <p:cNvSpPr/>
          <p:nvPr/>
        </p:nvSpPr>
        <p:spPr>
          <a:xfrm>
            <a:off x="2832825" y="2047481"/>
            <a:ext cx="600740" cy="600740"/>
          </a:xfrm>
          <a:prstGeom prst="ellipse">
            <a:avLst/>
          </a:prstGeom>
          <a:solidFill>
            <a:schemeClr val="dk2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4" name="Google Shape;734;p270"/>
          <p:cNvSpPr/>
          <p:nvPr/>
        </p:nvSpPr>
        <p:spPr>
          <a:xfrm>
            <a:off x="4770165" y="2047481"/>
            <a:ext cx="600740" cy="600740"/>
          </a:xfrm>
          <a:prstGeom prst="ellipse">
            <a:avLst/>
          </a:prstGeom>
          <a:solidFill>
            <a:schemeClr val="dk2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5" name="Google Shape;735;p270"/>
          <p:cNvSpPr/>
          <p:nvPr/>
        </p:nvSpPr>
        <p:spPr>
          <a:xfrm>
            <a:off x="6707505" y="2047481"/>
            <a:ext cx="600740" cy="600740"/>
          </a:xfrm>
          <a:prstGeom prst="ellipse">
            <a:avLst/>
          </a:prstGeom>
          <a:solidFill>
            <a:schemeClr val="dk2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7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6" name="Google Shape;736;p270"/>
          <p:cNvSpPr/>
          <p:nvPr/>
        </p:nvSpPr>
        <p:spPr>
          <a:xfrm>
            <a:off x="1864155" y="2878423"/>
            <a:ext cx="600740" cy="600740"/>
          </a:xfrm>
          <a:prstGeom prst="ellipse">
            <a:avLst/>
          </a:prstGeom>
          <a:solidFill>
            <a:schemeClr val="lt2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7" name="Google Shape;737;p270"/>
          <p:cNvSpPr/>
          <p:nvPr/>
        </p:nvSpPr>
        <p:spPr>
          <a:xfrm>
            <a:off x="3801495" y="2878423"/>
            <a:ext cx="600740" cy="600740"/>
          </a:xfrm>
          <a:prstGeom prst="ellipse">
            <a:avLst/>
          </a:prstGeom>
          <a:solidFill>
            <a:schemeClr val="lt2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8" name="Google Shape;738;p270"/>
          <p:cNvSpPr/>
          <p:nvPr/>
        </p:nvSpPr>
        <p:spPr>
          <a:xfrm>
            <a:off x="5738835" y="2878423"/>
            <a:ext cx="600740" cy="600740"/>
          </a:xfrm>
          <a:prstGeom prst="ellipse">
            <a:avLst/>
          </a:prstGeom>
          <a:solidFill>
            <a:schemeClr val="lt2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9" name="Google Shape;739;p270"/>
          <p:cNvSpPr/>
          <p:nvPr/>
        </p:nvSpPr>
        <p:spPr>
          <a:xfrm>
            <a:off x="7676175" y="2878423"/>
            <a:ext cx="600740" cy="600740"/>
          </a:xfrm>
          <a:prstGeom prst="ellipse">
            <a:avLst/>
          </a:prstGeom>
          <a:solidFill>
            <a:schemeClr val="lt2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8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0" name="Google Shape;740;p270"/>
          <p:cNvSpPr txBox="1">
            <a:spLocks noGrp="1"/>
          </p:cNvSpPr>
          <p:nvPr>
            <p:ph type="body" idx="1"/>
          </p:nvPr>
        </p:nvSpPr>
        <p:spPr>
          <a:xfrm>
            <a:off x="338480" y="1520536"/>
            <a:ext cx="1714750" cy="32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41" name="Google Shape;741;p270"/>
          <p:cNvSpPr txBox="1">
            <a:spLocks noGrp="1"/>
          </p:cNvSpPr>
          <p:nvPr>
            <p:ph type="body" idx="2"/>
          </p:nvPr>
        </p:nvSpPr>
        <p:spPr>
          <a:xfrm>
            <a:off x="2275820" y="1520536"/>
            <a:ext cx="1714750" cy="32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42" name="Google Shape;742;p270"/>
          <p:cNvSpPr txBox="1">
            <a:spLocks noGrp="1"/>
          </p:cNvSpPr>
          <p:nvPr>
            <p:ph type="body" idx="3"/>
          </p:nvPr>
        </p:nvSpPr>
        <p:spPr>
          <a:xfrm>
            <a:off x="4213160" y="1520536"/>
            <a:ext cx="1714750" cy="32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43" name="Google Shape;743;p270"/>
          <p:cNvSpPr txBox="1">
            <a:spLocks noGrp="1"/>
          </p:cNvSpPr>
          <p:nvPr>
            <p:ph type="body" idx="4"/>
          </p:nvPr>
        </p:nvSpPr>
        <p:spPr>
          <a:xfrm>
            <a:off x="6150500" y="1520536"/>
            <a:ext cx="1714750" cy="32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44" name="Google Shape;744;p270"/>
          <p:cNvSpPr txBox="1">
            <a:spLocks noGrp="1"/>
          </p:cNvSpPr>
          <p:nvPr>
            <p:ph type="body" idx="5"/>
          </p:nvPr>
        </p:nvSpPr>
        <p:spPr>
          <a:xfrm>
            <a:off x="1312701" y="3698145"/>
            <a:ext cx="1714750" cy="32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45" name="Google Shape;745;p270"/>
          <p:cNvSpPr txBox="1">
            <a:spLocks noGrp="1"/>
          </p:cNvSpPr>
          <p:nvPr>
            <p:ph type="body" idx="6"/>
          </p:nvPr>
        </p:nvSpPr>
        <p:spPr>
          <a:xfrm>
            <a:off x="3250041" y="3698145"/>
            <a:ext cx="1714750" cy="32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46" name="Google Shape;746;p270"/>
          <p:cNvSpPr txBox="1">
            <a:spLocks noGrp="1"/>
          </p:cNvSpPr>
          <p:nvPr>
            <p:ph type="body" idx="7"/>
          </p:nvPr>
        </p:nvSpPr>
        <p:spPr>
          <a:xfrm>
            <a:off x="5187381" y="3698145"/>
            <a:ext cx="1714750" cy="32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47" name="Google Shape;747;p270"/>
          <p:cNvSpPr txBox="1">
            <a:spLocks noGrp="1"/>
          </p:cNvSpPr>
          <p:nvPr>
            <p:ph type="body" idx="8"/>
          </p:nvPr>
        </p:nvSpPr>
        <p:spPr>
          <a:xfrm>
            <a:off x="7124721" y="3698145"/>
            <a:ext cx="1714750" cy="32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1_Section title and description 4">
    <p:spTree>
      <p:nvGrpSpPr>
        <p:cNvPr id="1" name="Shape 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9" name="Google Shape;749;p271" descr="Shape&#10;&#10;Description automatically generated with low confidenc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3990" cy="5143494"/>
          </a:xfrm>
          <a:prstGeom prst="rect">
            <a:avLst/>
          </a:prstGeom>
          <a:noFill/>
          <a:ln>
            <a:noFill/>
          </a:ln>
        </p:spPr>
      </p:pic>
      <p:sp>
        <p:nvSpPr>
          <p:cNvPr id="750" name="Google Shape;750;p271"/>
          <p:cNvSpPr txBox="1">
            <a:spLocks noGrp="1"/>
          </p:cNvSpPr>
          <p:nvPr>
            <p:ph type="title"/>
          </p:nvPr>
        </p:nvSpPr>
        <p:spPr>
          <a:xfrm>
            <a:off x="135731" y="202405"/>
            <a:ext cx="7886700" cy="344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366A"/>
              </a:buClr>
              <a:buSzPts val="1700"/>
              <a:buFont typeface="Public Sans"/>
              <a:buNone/>
              <a:defRPr sz="1700" b="1" i="0" u="none" strike="noStrike" cap="none">
                <a:solidFill>
                  <a:srgbClr val="22366A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51" name="Google Shape;751;p271"/>
          <p:cNvSpPr/>
          <p:nvPr/>
        </p:nvSpPr>
        <p:spPr>
          <a:xfrm>
            <a:off x="0" y="202405"/>
            <a:ext cx="135731" cy="344091"/>
          </a:xfrm>
          <a:prstGeom prst="rect">
            <a:avLst/>
          </a:prstGeom>
          <a:solidFill>
            <a:srgbClr val="22366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2" name="Google Shape;752;p271"/>
          <p:cNvSpPr/>
          <p:nvPr/>
        </p:nvSpPr>
        <p:spPr>
          <a:xfrm>
            <a:off x="424317" y="2347851"/>
            <a:ext cx="8295367" cy="827315"/>
          </a:xfrm>
          <a:prstGeom prst="roundRect">
            <a:avLst>
              <a:gd name="adj" fmla="val 23418"/>
            </a:avLst>
          </a:prstGeom>
          <a:noFill/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endParaRPr sz="1300" b="0" i="0" u="none" strike="noStrike" cap="none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753" name="Google Shape;753;p271"/>
          <p:cNvSpPr/>
          <p:nvPr/>
        </p:nvSpPr>
        <p:spPr>
          <a:xfrm>
            <a:off x="895485" y="2047481"/>
            <a:ext cx="600740" cy="600740"/>
          </a:xfrm>
          <a:prstGeom prst="ellipse">
            <a:avLst/>
          </a:prstGeom>
          <a:solidFill>
            <a:schemeClr val="accent4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4" name="Google Shape;754;p271"/>
          <p:cNvSpPr/>
          <p:nvPr/>
        </p:nvSpPr>
        <p:spPr>
          <a:xfrm>
            <a:off x="2832825" y="2047481"/>
            <a:ext cx="600740" cy="600740"/>
          </a:xfrm>
          <a:prstGeom prst="ellipse">
            <a:avLst/>
          </a:prstGeom>
          <a:solidFill>
            <a:schemeClr val="accent4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5" name="Google Shape;755;p271"/>
          <p:cNvSpPr/>
          <p:nvPr/>
        </p:nvSpPr>
        <p:spPr>
          <a:xfrm>
            <a:off x="4770165" y="2047481"/>
            <a:ext cx="600740" cy="600740"/>
          </a:xfrm>
          <a:prstGeom prst="ellipse">
            <a:avLst/>
          </a:prstGeom>
          <a:solidFill>
            <a:schemeClr val="accent4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6" name="Google Shape;756;p271"/>
          <p:cNvSpPr/>
          <p:nvPr/>
        </p:nvSpPr>
        <p:spPr>
          <a:xfrm>
            <a:off x="6707505" y="2047481"/>
            <a:ext cx="600740" cy="600740"/>
          </a:xfrm>
          <a:prstGeom prst="ellipse">
            <a:avLst/>
          </a:prstGeom>
          <a:solidFill>
            <a:schemeClr val="accent4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7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7" name="Google Shape;757;p271"/>
          <p:cNvSpPr/>
          <p:nvPr/>
        </p:nvSpPr>
        <p:spPr>
          <a:xfrm>
            <a:off x="1864155" y="2878423"/>
            <a:ext cx="600740" cy="60074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8" name="Google Shape;758;p271"/>
          <p:cNvSpPr/>
          <p:nvPr/>
        </p:nvSpPr>
        <p:spPr>
          <a:xfrm>
            <a:off x="3801495" y="2878423"/>
            <a:ext cx="600740" cy="60074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9" name="Google Shape;759;p271"/>
          <p:cNvSpPr/>
          <p:nvPr/>
        </p:nvSpPr>
        <p:spPr>
          <a:xfrm>
            <a:off x="5738835" y="2878423"/>
            <a:ext cx="600740" cy="60074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0" name="Google Shape;760;p271"/>
          <p:cNvSpPr/>
          <p:nvPr/>
        </p:nvSpPr>
        <p:spPr>
          <a:xfrm>
            <a:off x="7676175" y="2878423"/>
            <a:ext cx="600740" cy="60074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8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1" name="Google Shape;761;p271"/>
          <p:cNvSpPr txBox="1">
            <a:spLocks noGrp="1"/>
          </p:cNvSpPr>
          <p:nvPr>
            <p:ph type="body" idx="1"/>
          </p:nvPr>
        </p:nvSpPr>
        <p:spPr>
          <a:xfrm>
            <a:off x="338480" y="1520536"/>
            <a:ext cx="1714750" cy="32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62" name="Google Shape;762;p271"/>
          <p:cNvSpPr txBox="1">
            <a:spLocks noGrp="1"/>
          </p:cNvSpPr>
          <p:nvPr>
            <p:ph type="body" idx="2"/>
          </p:nvPr>
        </p:nvSpPr>
        <p:spPr>
          <a:xfrm>
            <a:off x="2275820" y="1520536"/>
            <a:ext cx="1714750" cy="32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63" name="Google Shape;763;p271"/>
          <p:cNvSpPr txBox="1">
            <a:spLocks noGrp="1"/>
          </p:cNvSpPr>
          <p:nvPr>
            <p:ph type="body" idx="3"/>
          </p:nvPr>
        </p:nvSpPr>
        <p:spPr>
          <a:xfrm>
            <a:off x="4213160" y="1520536"/>
            <a:ext cx="1714750" cy="32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64" name="Google Shape;764;p271"/>
          <p:cNvSpPr txBox="1">
            <a:spLocks noGrp="1"/>
          </p:cNvSpPr>
          <p:nvPr>
            <p:ph type="body" idx="4"/>
          </p:nvPr>
        </p:nvSpPr>
        <p:spPr>
          <a:xfrm>
            <a:off x="6150500" y="1520536"/>
            <a:ext cx="1714750" cy="32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65" name="Google Shape;765;p271"/>
          <p:cNvSpPr txBox="1">
            <a:spLocks noGrp="1"/>
          </p:cNvSpPr>
          <p:nvPr>
            <p:ph type="body" idx="5"/>
          </p:nvPr>
        </p:nvSpPr>
        <p:spPr>
          <a:xfrm>
            <a:off x="1312701" y="3698145"/>
            <a:ext cx="1714750" cy="32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66" name="Google Shape;766;p271"/>
          <p:cNvSpPr txBox="1">
            <a:spLocks noGrp="1"/>
          </p:cNvSpPr>
          <p:nvPr>
            <p:ph type="body" idx="6"/>
          </p:nvPr>
        </p:nvSpPr>
        <p:spPr>
          <a:xfrm>
            <a:off x="3250041" y="3698145"/>
            <a:ext cx="1714750" cy="32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67" name="Google Shape;767;p271"/>
          <p:cNvSpPr txBox="1">
            <a:spLocks noGrp="1"/>
          </p:cNvSpPr>
          <p:nvPr>
            <p:ph type="body" idx="7"/>
          </p:nvPr>
        </p:nvSpPr>
        <p:spPr>
          <a:xfrm>
            <a:off x="5187381" y="3698145"/>
            <a:ext cx="1714750" cy="32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68" name="Google Shape;768;p271"/>
          <p:cNvSpPr txBox="1">
            <a:spLocks noGrp="1"/>
          </p:cNvSpPr>
          <p:nvPr>
            <p:ph type="body" idx="8"/>
          </p:nvPr>
        </p:nvSpPr>
        <p:spPr>
          <a:xfrm>
            <a:off x="7124721" y="3698145"/>
            <a:ext cx="1714750" cy="32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1_Section title and description 5">
    <p:spTree>
      <p:nvGrpSpPr>
        <p:cNvPr id="1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0" name="Google Shape;770;p272" descr="Shape&#10;&#10;Description automatically generated with low confidenc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3990" cy="5143494"/>
          </a:xfrm>
          <a:prstGeom prst="rect">
            <a:avLst/>
          </a:prstGeom>
          <a:noFill/>
          <a:ln>
            <a:noFill/>
          </a:ln>
        </p:spPr>
      </p:pic>
      <p:sp>
        <p:nvSpPr>
          <p:cNvPr id="771" name="Google Shape;771;p272"/>
          <p:cNvSpPr txBox="1">
            <a:spLocks noGrp="1"/>
          </p:cNvSpPr>
          <p:nvPr>
            <p:ph type="title"/>
          </p:nvPr>
        </p:nvSpPr>
        <p:spPr>
          <a:xfrm>
            <a:off x="135731" y="202405"/>
            <a:ext cx="7886700" cy="344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366A"/>
              </a:buClr>
              <a:buSzPts val="1700"/>
              <a:buFont typeface="Public Sans"/>
              <a:buNone/>
              <a:defRPr sz="1700" b="1" i="0" u="none" strike="noStrike" cap="none">
                <a:solidFill>
                  <a:srgbClr val="22366A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72" name="Google Shape;772;p272"/>
          <p:cNvSpPr/>
          <p:nvPr/>
        </p:nvSpPr>
        <p:spPr>
          <a:xfrm>
            <a:off x="0" y="202405"/>
            <a:ext cx="135731" cy="344091"/>
          </a:xfrm>
          <a:prstGeom prst="rect">
            <a:avLst/>
          </a:prstGeom>
          <a:solidFill>
            <a:srgbClr val="22366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73" name="Google Shape;773;p272"/>
          <p:cNvCxnSpPr>
            <a:stCxn id="774" idx="4"/>
          </p:cNvCxnSpPr>
          <p:nvPr/>
        </p:nvCxnSpPr>
        <p:spPr>
          <a:xfrm flipH="1">
            <a:off x="4571101" y="1243762"/>
            <a:ext cx="900" cy="3899700"/>
          </a:xfrm>
          <a:prstGeom prst="straightConnector1">
            <a:avLst/>
          </a:prstGeom>
          <a:noFill/>
          <a:ln w="19050" cap="flat" cmpd="sng">
            <a:solidFill>
              <a:srgbClr val="D8D8D8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774" name="Google Shape;774;p272"/>
          <p:cNvSpPr/>
          <p:nvPr/>
        </p:nvSpPr>
        <p:spPr>
          <a:xfrm>
            <a:off x="4387355" y="874471"/>
            <a:ext cx="369291" cy="369291"/>
          </a:xfrm>
          <a:prstGeom prst="ellipse">
            <a:avLst/>
          </a:prstGeom>
          <a:solidFill>
            <a:schemeClr val="lt2"/>
          </a:solidFill>
          <a:ln w="285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5400000" algn="t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1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1</a:t>
            </a:r>
            <a:endParaRPr sz="800" b="1" i="0" u="none" strike="noStrike" cap="none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775" name="Google Shape;775;p272"/>
          <p:cNvSpPr/>
          <p:nvPr/>
        </p:nvSpPr>
        <p:spPr>
          <a:xfrm>
            <a:off x="4387355" y="1481023"/>
            <a:ext cx="369291" cy="369291"/>
          </a:xfrm>
          <a:prstGeom prst="ellipse">
            <a:avLst/>
          </a:prstGeom>
          <a:solidFill>
            <a:schemeClr val="dk2"/>
          </a:solidFill>
          <a:ln w="285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5400000" algn="t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1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2</a:t>
            </a:r>
            <a:endParaRPr sz="800" b="1" i="0" u="none" strike="noStrike" cap="none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776" name="Google Shape;776;p272"/>
          <p:cNvSpPr/>
          <p:nvPr/>
        </p:nvSpPr>
        <p:spPr>
          <a:xfrm>
            <a:off x="4387355" y="2087575"/>
            <a:ext cx="369291" cy="369291"/>
          </a:xfrm>
          <a:prstGeom prst="ellipse">
            <a:avLst/>
          </a:prstGeom>
          <a:solidFill>
            <a:schemeClr val="lt2"/>
          </a:solidFill>
          <a:ln w="285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5400000" algn="t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1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3</a:t>
            </a:r>
            <a:endParaRPr sz="800" b="1" i="0" u="none" strike="noStrike" cap="none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777" name="Google Shape;777;p272"/>
          <p:cNvSpPr/>
          <p:nvPr/>
        </p:nvSpPr>
        <p:spPr>
          <a:xfrm>
            <a:off x="4387355" y="2694127"/>
            <a:ext cx="369291" cy="369291"/>
          </a:xfrm>
          <a:prstGeom prst="ellipse">
            <a:avLst/>
          </a:prstGeom>
          <a:solidFill>
            <a:schemeClr val="dk2"/>
          </a:solidFill>
          <a:ln w="285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5400000" algn="t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1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4</a:t>
            </a:r>
            <a:endParaRPr sz="800" b="1" i="0" u="none" strike="noStrike" cap="none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778" name="Google Shape;778;p272"/>
          <p:cNvSpPr/>
          <p:nvPr/>
        </p:nvSpPr>
        <p:spPr>
          <a:xfrm>
            <a:off x="4387355" y="3300679"/>
            <a:ext cx="369291" cy="369291"/>
          </a:xfrm>
          <a:prstGeom prst="ellipse">
            <a:avLst/>
          </a:prstGeom>
          <a:solidFill>
            <a:schemeClr val="lt2"/>
          </a:solidFill>
          <a:ln w="285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5400000" algn="t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1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5</a:t>
            </a:r>
            <a:endParaRPr sz="800" b="1" i="0" u="none" strike="noStrike" cap="none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779" name="Google Shape;779;p272"/>
          <p:cNvSpPr/>
          <p:nvPr/>
        </p:nvSpPr>
        <p:spPr>
          <a:xfrm>
            <a:off x="4387355" y="3907231"/>
            <a:ext cx="369291" cy="369291"/>
          </a:xfrm>
          <a:prstGeom prst="ellipse">
            <a:avLst/>
          </a:prstGeom>
          <a:solidFill>
            <a:schemeClr val="dk2"/>
          </a:solidFill>
          <a:ln w="285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5400000" algn="t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1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6</a:t>
            </a:r>
            <a:endParaRPr sz="800" b="1" i="0" u="none" strike="noStrike" cap="none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780" name="Google Shape;780;p272"/>
          <p:cNvSpPr/>
          <p:nvPr/>
        </p:nvSpPr>
        <p:spPr>
          <a:xfrm>
            <a:off x="4387355" y="4513786"/>
            <a:ext cx="369291" cy="369291"/>
          </a:xfrm>
          <a:prstGeom prst="ellipse">
            <a:avLst/>
          </a:prstGeom>
          <a:solidFill>
            <a:schemeClr val="lt2"/>
          </a:solidFill>
          <a:ln w="285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5400000" algn="t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1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7</a:t>
            </a:r>
            <a:endParaRPr sz="800" b="1" i="0" u="none" strike="noStrike" cap="none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781" name="Google Shape;781;p272"/>
          <p:cNvSpPr txBox="1">
            <a:spLocks noGrp="1"/>
          </p:cNvSpPr>
          <p:nvPr>
            <p:ph type="body" idx="1"/>
          </p:nvPr>
        </p:nvSpPr>
        <p:spPr>
          <a:xfrm>
            <a:off x="4940352" y="1505597"/>
            <a:ext cx="3597361" cy="32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82" name="Google Shape;782;p272"/>
          <p:cNvSpPr txBox="1">
            <a:spLocks noGrp="1"/>
          </p:cNvSpPr>
          <p:nvPr>
            <p:ph type="body" idx="2"/>
          </p:nvPr>
        </p:nvSpPr>
        <p:spPr>
          <a:xfrm>
            <a:off x="4940352" y="2718701"/>
            <a:ext cx="3597361" cy="32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83" name="Google Shape;783;p272"/>
          <p:cNvSpPr txBox="1">
            <a:spLocks noGrp="1"/>
          </p:cNvSpPr>
          <p:nvPr>
            <p:ph type="body" idx="3"/>
          </p:nvPr>
        </p:nvSpPr>
        <p:spPr>
          <a:xfrm>
            <a:off x="4940352" y="3931097"/>
            <a:ext cx="3597361" cy="32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84" name="Google Shape;784;p272"/>
          <p:cNvSpPr txBox="1">
            <a:spLocks noGrp="1"/>
          </p:cNvSpPr>
          <p:nvPr>
            <p:ph type="body" idx="4"/>
          </p:nvPr>
        </p:nvSpPr>
        <p:spPr>
          <a:xfrm>
            <a:off x="608049" y="899045"/>
            <a:ext cx="3597361" cy="32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85" name="Google Shape;785;p272"/>
          <p:cNvSpPr txBox="1">
            <a:spLocks noGrp="1"/>
          </p:cNvSpPr>
          <p:nvPr>
            <p:ph type="body" idx="5"/>
          </p:nvPr>
        </p:nvSpPr>
        <p:spPr>
          <a:xfrm>
            <a:off x="608049" y="2118232"/>
            <a:ext cx="3597361" cy="32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86" name="Google Shape;786;p272"/>
          <p:cNvSpPr txBox="1">
            <a:spLocks noGrp="1"/>
          </p:cNvSpPr>
          <p:nvPr>
            <p:ph type="body" idx="6"/>
          </p:nvPr>
        </p:nvSpPr>
        <p:spPr>
          <a:xfrm>
            <a:off x="608049" y="3325253"/>
            <a:ext cx="3597361" cy="32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87" name="Google Shape;787;p272"/>
          <p:cNvSpPr txBox="1">
            <a:spLocks noGrp="1"/>
          </p:cNvSpPr>
          <p:nvPr>
            <p:ph type="body" idx="7"/>
          </p:nvPr>
        </p:nvSpPr>
        <p:spPr>
          <a:xfrm>
            <a:off x="608049" y="4538360"/>
            <a:ext cx="3597361" cy="32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1_Section title and description 6">
    <p:spTree>
      <p:nvGrpSpPr>
        <p:cNvPr id="1" name="Shape 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9" name="Google Shape;789;p273" descr="Shape&#10;&#10;Description automatically generated with low confidenc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3990" cy="5143494"/>
          </a:xfrm>
          <a:prstGeom prst="rect">
            <a:avLst/>
          </a:prstGeom>
          <a:noFill/>
          <a:ln>
            <a:noFill/>
          </a:ln>
        </p:spPr>
      </p:pic>
      <p:sp>
        <p:nvSpPr>
          <p:cNvPr id="790" name="Google Shape;790;p273"/>
          <p:cNvSpPr txBox="1">
            <a:spLocks noGrp="1"/>
          </p:cNvSpPr>
          <p:nvPr>
            <p:ph type="title"/>
          </p:nvPr>
        </p:nvSpPr>
        <p:spPr>
          <a:xfrm>
            <a:off x="135731" y="202405"/>
            <a:ext cx="7886700" cy="344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366A"/>
              </a:buClr>
              <a:buSzPts val="1700"/>
              <a:buFont typeface="Public Sans"/>
              <a:buNone/>
              <a:defRPr sz="1700" b="1" i="0" u="none" strike="noStrike" cap="none">
                <a:solidFill>
                  <a:srgbClr val="22366A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91" name="Google Shape;791;p273"/>
          <p:cNvSpPr/>
          <p:nvPr/>
        </p:nvSpPr>
        <p:spPr>
          <a:xfrm>
            <a:off x="0" y="202405"/>
            <a:ext cx="135731" cy="344091"/>
          </a:xfrm>
          <a:prstGeom prst="rect">
            <a:avLst/>
          </a:prstGeom>
          <a:solidFill>
            <a:srgbClr val="22366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92" name="Google Shape;792;p273"/>
          <p:cNvCxnSpPr>
            <a:stCxn id="793" idx="4"/>
          </p:cNvCxnSpPr>
          <p:nvPr/>
        </p:nvCxnSpPr>
        <p:spPr>
          <a:xfrm flipH="1">
            <a:off x="4571101" y="1243762"/>
            <a:ext cx="900" cy="3899700"/>
          </a:xfrm>
          <a:prstGeom prst="straightConnector1">
            <a:avLst/>
          </a:prstGeom>
          <a:noFill/>
          <a:ln w="19050" cap="flat" cmpd="sng">
            <a:solidFill>
              <a:srgbClr val="D8D8D8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793" name="Google Shape;793;p273"/>
          <p:cNvSpPr/>
          <p:nvPr/>
        </p:nvSpPr>
        <p:spPr>
          <a:xfrm>
            <a:off x="4387355" y="874471"/>
            <a:ext cx="369291" cy="369291"/>
          </a:xfrm>
          <a:prstGeom prst="ellipse">
            <a:avLst/>
          </a:prstGeom>
          <a:solidFill>
            <a:schemeClr val="lt2"/>
          </a:solidFill>
          <a:ln w="285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5400000" algn="t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1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1</a:t>
            </a:r>
            <a:endParaRPr sz="800" b="1" i="0" u="none" strike="noStrike" cap="none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794" name="Google Shape;794;p273"/>
          <p:cNvSpPr/>
          <p:nvPr/>
        </p:nvSpPr>
        <p:spPr>
          <a:xfrm>
            <a:off x="4387355" y="1481023"/>
            <a:ext cx="369291" cy="369291"/>
          </a:xfrm>
          <a:prstGeom prst="ellipse">
            <a:avLst/>
          </a:prstGeom>
          <a:solidFill>
            <a:schemeClr val="accent1"/>
          </a:solidFill>
          <a:ln w="285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5400000" algn="t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1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2</a:t>
            </a:r>
            <a:endParaRPr sz="800" b="1" i="0" u="none" strike="noStrike" cap="none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795" name="Google Shape;795;p273"/>
          <p:cNvSpPr/>
          <p:nvPr/>
        </p:nvSpPr>
        <p:spPr>
          <a:xfrm>
            <a:off x="4387355" y="2087575"/>
            <a:ext cx="369291" cy="369291"/>
          </a:xfrm>
          <a:prstGeom prst="ellipse">
            <a:avLst/>
          </a:prstGeom>
          <a:solidFill>
            <a:schemeClr val="lt2"/>
          </a:solidFill>
          <a:ln w="285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5400000" algn="t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1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3</a:t>
            </a:r>
            <a:endParaRPr sz="800" b="1" i="0" u="none" strike="noStrike" cap="none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796" name="Google Shape;796;p273"/>
          <p:cNvSpPr/>
          <p:nvPr/>
        </p:nvSpPr>
        <p:spPr>
          <a:xfrm>
            <a:off x="4387355" y="2694127"/>
            <a:ext cx="369291" cy="369291"/>
          </a:xfrm>
          <a:prstGeom prst="ellipse">
            <a:avLst/>
          </a:prstGeom>
          <a:solidFill>
            <a:schemeClr val="accent1"/>
          </a:solidFill>
          <a:ln w="285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5400000" algn="t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1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4</a:t>
            </a:r>
            <a:endParaRPr sz="800" b="1" i="0" u="none" strike="noStrike" cap="none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797" name="Google Shape;797;p273"/>
          <p:cNvSpPr/>
          <p:nvPr/>
        </p:nvSpPr>
        <p:spPr>
          <a:xfrm>
            <a:off x="4387355" y="3300679"/>
            <a:ext cx="369291" cy="369291"/>
          </a:xfrm>
          <a:prstGeom prst="ellipse">
            <a:avLst/>
          </a:prstGeom>
          <a:solidFill>
            <a:schemeClr val="lt2"/>
          </a:solidFill>
          <a:ln w="285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5400000" algn="t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1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5</a:t>
            </a:r>
            <a:endParaRPr sz="800" b="1" i="0" u="none" strike="noStrike" cap="none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798" name="Google Shape;798;p273"/>
          <p:cNvSpPr/>
          <p:nvPr/>
        </p:nvSpPr>
        <p:spPr>
          <a:xfrm>
            <a:off x="4387355" y="3907231"/>
            <a:ext cx="369291" cy="369291"/>
          </a:xfrm>
          <a:prstGeom prst="ellipse">
            <a:avLst/>
          </a:prstGeom>
          <a:solidFill>
            <a:schemeClr val="accent1"/>
          </a:solidFill>
          <a:ln w="285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5400000" algn="t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1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6</a:t>
            </a:r>
            <a:endParaRPr sz="800" b="1" i="0" u="none" strike="noStrike" cap="none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799" name="Google Shape;799;p273"/>
          <p:cNvSpPr/>
          <p:nvPr/>
        </p:nvSpPr>
        <p:spPr>
          <a:xfrm>
            <a:off x="4387355" y="4513786"/>
            <a:ext cx="369291" cy="369291"/>
          </a:xfrm>
          <a:prstGeom prst="ellipse">
            <a:avLst/>
          </a:prstGeom>
          <a:solidFill>
            <a:schemeClr val="lt2"/>
          </a:solidFill>
          <a:ln w="285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5400000" algn="t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1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7</a:t>
            </a:r>
            <a:endParaRPr sz="800" b="1" i="0" u="none" strike="noStrike" cap="none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800" name="Google Shape;800;p273"/>
          <p:cNvSpPr txBox="1">
            <a:spLocks noGrp="1"/>
          </p:cNvSpPr>
          <p:nvPr>
            <p:ph type="body" idx="1"/>
          </p:nvPr>
        </p:nvSpPr>
        <p:spPr>
          <a:xfrm>
            <a:off x="4940352" y="1505597"/>
            <a:ext cx="3597361" cy="32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01" name="Google Shape;801;p273"/>
          <p:cNvSpPr txBox="1">
            <a:spLocks noGrp="1"/>
          </p:cNvSpPr>
          <p:nvPr>
            <p:ph type="body" idx="2"/>
          </p:nvPr>
        </p:nvSpPr>
        <p:spPr>
          <a:xfrm>
            <a:off x="4940352" y="2718701"/>
            <a:ext cx="3597361" cy="32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02" name="Google Shape;802;p273"/>
          <p:cNvSpPr txBox="1">
            <a:spLocks noGrp="1"/>
          </p:cNvSpPr>
          <p:nvPr>
            <p:ph type="body" idx="3"/>
          </p:nvPr>
        </p:nvSpPr>
        <p:spPr>
          <a:xfrm>
            <a:off x="4940352" y="3931097"/>
            <a:ext cx="3597361" cy="32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03" name="Google Shape;803;p273"/>
          <p:cNvSpPr txBox="1">
            <a:spLocks noGrp="1"/>
          </p:cNvSpPr>
          <p:nvPr>
            <p:ph type="body" idx="4"/>
          </p:nvPr>
        </p:nvSpPr>
        <p:spPr>
          <a:xfrm>
            <a:off x="608049" y="899045"/>
            <a:ext cx="3597361" cy="32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04" name="Google Shape;804;p273"/>
          <p:cNvSpPr txBox="1">
            <a:spLocks noGrp="1"/>
          </p:cNvSpPr>
          <p:nvPr>
            <p:ph type="body" idx="5"/>
          </p:nvPr>
        </p:nvSpPr>
        <p:spPr>
          <a:xfrm>
            <a:off x="608049" y="2118232"/>
            <a:ext cx="3597361" cy="32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05" name="Google Shape;805;p273"/>
          <p:cNvSpPr txBox="1">
            <a:spLocks noGrp="1"/>
          </p:cNvSpPr>
          <p:nvPr>
            <p:ph type="body" idx="6"/>
          </p:nvPr>
        </p:nvSpPr>
        <p:spPr>
          <a:xfrm>
            <a:off x="608049" y="3325253"/>
            <a:ext cx="3597361" cy="32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06" name="Google Shape;806;p273"/>
          <p:cNvSpPr txBox="1">
            <a:spLocks noGrp="1"/>
          </p:cNvSpPr>
          <p:nvPr>
            <p:ph type="body" idx="7"/>
          </p:nvPr>
        </p:nvSpPr>
        <p:spPr>
          <a:xfrm>
            <a:off x="608049" y="4538360"/>
            <a:ext cx="3597361" cy="32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1_Section title and description 7">
    <p:spTree>
      <p:nvGrpSpPr>
        <p:cNvPr id="1" name="Shape 8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8" name="Google Shape;808;p274" descr="Shape&#10;&#10;Description automatically generated with low confidenc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3990" cy="5143494"/>
          </a:xfrm>
          <a:prstGeom prst="rect">
            <a:avLst/>
          </a:prstGeom>
          <a:noFill/>
          <a:ln>
            <a:noFill/>
          </a:ln>
        </p:spPr>
      </p:pic>
      <p:sp>
        <p:nvSpPr>
          <p:cNvPr id="809" name="Google Shape;809;p274"/>
          <p:cNvSpPr txBox="1">
            <a:spLocks noGrp="1"/>
          </p:cNvSpPr>
          <p:nvPr>
            <p:ph type="title"/>
          </p:nvPr>
        </p:nvSpPr>
        <p:spPr>
          <a:xfrm>
            <a:off x="135731" y="202405"/>
            <a:ext cx="7886700" cy="344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366A"/>
              </a:buClr>
              <a:buSzPts val="1700"/>
              <a:buFont typeface="Public Sans"/>
              <a:buNone/>
              <a:defRPr sz="1700" b="1" i="0" u="none" strike="noStrike" cap="none">
                <a:solidFill>
                  <a:srgbClr val="22366A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10" name="Google Shape;810;p274"/>
          <p:cNvSpPr/>
          <p:nvPr/>
        </p:nvSpPr>
        <p:spPr>
          <a:xfrm>
            <a:off x="0" y="202405"/>
            <a:ext cx="135731" cy="344091"/>
          </a:xfrm>
          <a:prstGeom prst="rect">
            <a:avLst/>
          </a:prstGeom>
          <a:solidFill>
            <a:srgbClr val="22366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11" name="Google Shape;811;p274"/>
          <p:cNvGrpSpPr/>
          <p:nvPr/>
        </p:nvGrpSpPr>
        <p:grpSpPr>
          <a:xfrm>
            <a:off x="914091" y="752041"/>
            <a:ext cx="7280306" cy="4126450"/>
            <a:chOff x="556442" y="752041"/>
            <a:chExt cx="7280306" cy="4126450"/>
          </a:xfrm>
        </p:grpSpPr>
        <p:cxnSp>
          <p:nvCxnSpPr>
            <p:cNvPr id="812" name="Google Shape;812;p274"/>
            <p:cNvCxnSpPr>
              <a:stCxn id="813" idx="6"/>
              <a:endCxn id="814" idx="0"/>
            </p:cNvCxnSpPr>
            <p:nvPr/>
          </p:nvCxnSpPr>
          <p:spPr>
            <a:xfrm rot="10800000" flipH="1">
              <a:off x="3133388" y="990067"/>
              <a:ext cx="818400" cy="1825200"/>
            </a:xfrm>
            <a:prstGeom prst="bentConnector3">
              <a:avLst>
                <a:gd name="adj1" fmla="val -37402"/>
              </a:avLst>
            </a:prstGeom>
            <a:noFill/>
            <a:ln w="12700" cap="flat" cmpd="sng">
              <a:solidFill>
                <a:srgbClr val="D8D8D8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815" name="Google Shape;815;p274"/>
            <p:cNvCxnSpPr>
              <a:stCxn id="813" idx="6"/>
              <a:endCxn id="816" idx="0"/>
            </p:cNvCxnSpPr>
            <p:nvPr/>
          </p:nvCxnSpPr>
          <p:spPr>
            <a:xfrm rot="10800000" flipH="1">
              <a:off x="3133388" y="2206267"/>
              <a:ext cx="818400" cy="609000"/>
            </a:xfrm>
            <a:prstGeom prst="bentConnector3">
              <a:avLst>
                <a:gd name="adj1" fmla="val -37402"/>
              </a:avLst>
            </a:prstGeom>
            <a:noFill/>
            <a:ln w="12700" cap="flat" cmpd="sng">
              <a:solidFill>
                <a:srgbClr val="D8D8D8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817" name="Google Shape;817;p274"/>
            <p:cNvCxnSpPr>
              <a:stCxn id="813" idx="6"/>
              <a:endCxn id="818" idx="0"/>
            </p:cNvCxnSpPr>
            <p:nvPr/>
          </p:nvCxnSpPr>
          <p:spPr>
            <a:xfrm rot="10800000" flipH="1">
              <a:off x="3133388" y="2814667"/>
              <a:ext cx="818400" cy="600"/>
            </a:xfrm>
            <a:prstGeom prst="bentConnector3">
              <a:avLst>
                <a:gd name="adj1" fmla="val -37402"/>
              </a:avLst>
            </a:prstGeom>
            <a:noFill/>
            <a:ln w="12700" cap="flat" cmpd="sng">
              <a:solidFill>
                <a:srgbClr val="D8D8D8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819" name="Google Shape;819;p274"/>
            <p:cNvCxnSpPr>
              <a:stCxn id="813" idx="6"/>
              <a:endCxn id="820" idx="0"/>
            </p:cNvCxnSpPr>
            <p:nvPr/>
          </p:nvCxnSpPr>
          <p:spPr>
            <a:xfrm>
              <a:off x="3133388" y="2815267"/>
              <a:ext cx="818400" cy="1824900"/>
            </a:xfrm>
            <a:prstGeom prst="bentConnector3">
              <a:avLst>
                <a:gd name="adj1" fmla="val -37402"/>
              </a:avLst>
            </a:prstGeom>
            <a:noFill/>
            <a:ln w="12700" cap="flat" cmpd="sng">
              <a:solidFill>
                <a:srgbClr val="D8D8D8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821" name="Google Shape;821;p274"/>
            <p:cNvCxnSpPr>
              <a:stCxn id="813" idx="6"/>
              <a:endCxn id="822" idx="0"/>
            </p:cNvCxnSpPr>
            <p:nvPr/>
          </p:nvCxnSpPr>
          <p:spPr>
            <a:xfrm>
              <a:off x="3133388" y="2815267"/>
              <a:ext cx="818400" cy="1216200"/>
            </a:xfrm>
            <a:prstGeom prst="bentConnector3">
              <a:avLst>
                <a:gd name="adj1" fmla="val -37402"/>
              </a:avLst>
            </a:prstGeom>
            <a:noFill/>
            <a:ln w="12700" cap="flat" cmpd="sng">
              <a:solidFill>
                <a:srgbClr val="D8D8D8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823" name="Google Shape;823;p274"/>
            <p:cNvCxnSpPr>
              <a:stCxn id="813" idx="6"/>
              <a:endCxn id="824" idx="0"/>
            </p:cNvCxnSpPr>
            <p:nvPr/>
          </p:nvCxnSpPr>
          <p:spPr>
            <a:xfrm>
              <a:off x="3133388" y="2815267"/>
              <a:ext cx="818400" cy="607800"/>
            </a:xfrm>
            <a:prstGeom prst="bentConnector3">
              <a:avLst>
                <a:gd name="adj1" fmla="val -37402"/>
              </a:avLst>
            </a:prstGeom>
            <a:noFill/>
            <a:ln w="12700" cap="flat" cmpd="sng">
              <a:solidFill>
                <a:srgbClr val="D8D8D8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825" name="Google Shape;825;p274"/>
            <p:cNvCxnSpPr>
              <a:stCxn id="813" idx="6"/>
              <a:endCxn id="826" idx="0"/>
            </p:cNvCxnSpPr>
            <p:nvPr/>
          </p:nvCxnSpPr>
          <p:spPr>
            <a:xfrm rot="10800000" flipH="1">
              <a:off x="3133388" y="1598167"/>
              <a:ext cx="818400" cy="1217100"/>
            </a:xfrm>
            <a:prstGeom prst="bentConnector3">
              <a:avLst>
                <a:gd name="adj1" fmla="val -37402"/>
              </a:avLst>
            </a:prstGeom>
            <a:noFill/>
            <a:ln w="12700" cap="flat" cmpd="sng">
              <a:solidFill>
                <a:srgbClr val="D8D8D8"/>
              </a:solidFill>
              <a:prstDash val="solid"/>
              <a:round/>
              <a:headEnd type="none" w="sm" len="sm"/>
              <a:tailEnd type="none" w="sm" len="sm"/>
            </a:ln>
          </p:spPr>
        </p:cxnSp>
        <p:grpSp>
          <p:nvGrpSpPr>
            <p:cNvPr id="827" name="Google Shape;827;p274"/>
            <p:cNvGrpSpPr/>
            <p:nvPr/>
          </p:nvGrpSpPr>
          <p:grpSpPr>
            <a:xfrm>
              <a:off x="556442" y="1526794"/>
              <a:ext cx="2576946" cy="2576946"/>
              <a:chOff x="941492" y="1686560"/>
              <a:chExt cx="1876213" cy="1876213"/>
            </a:xfrm>
          </p:grpSpPr>
          <p:sp>
            <p:nvSpPr>
              <p:cNvPr id="813" name="Google Shape;813;p274"/>
              <p:cNvSpPr/>
              <p:nvPr/>
            </p:nvSpPr>
            <p:spPr>
              <a:xfrm>
                <a:off x="941492" y="1686560"/>
                <a:ext cx="1876213" cy="1876213"/>
              </a:xfrm>
              <a:prstGeom prst="ellipse">
                <a:avLst/>
              </a:prstGeom>
              <a:solidFill>
                <a:srgbClr val="D8D8D8"/>
              </a:solidFill>
              <a:ln w="254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50800" dist="38100" dir="2700000" algn="tl" rotWithShape="0">
                  <a:srgbClr val="000000">
                    <a:alpha val="40000"/>
                  </a:srgbClr>
                </a:outerShdw>
              </a:effectLst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Public Sans"/>
                  <a:ea typeface="Public Sans"/>
                  <a:cs typeface="Public Sans"/>
                  <a:sym typeface="Public Sans"/>
                </a:endParaRPr>
              </a:p>
            </p:txBody>
          </p:sp>
          <p:sp>
            <p:nvSpPr>
              <p:cNvPr id="828" name="Google Shape;828;p274"/>
              <p:cNvSpPr/>
              <p:nvPr/>
            </p:nvSpPr>
            <p:spPr>
              <a:xfrm>
                <a:off x="1074172" y="1819240"/>
                <a:ext cx="1610853" cy="1610853"/>
              </a:xfrm>
              <a:prstGeom prst="ellipse">
                <a:avLst/>
              </a:prstGeom>
              <a:solidFill>
                <a:srgbClr val="F2F2F2"/>
              </a:solidFill>
              <a:ln w="254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50800" dist="38100" dir="2700000" algn="tl" rotWithShape="0">
                  <a:srgbClr val="000000">
                    <a:alpha val="40000"/>
                  </a:srgbClr>
                </a:outerShdw>
              </a:effectLst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Public Sans"/>
                  <a:ea typeface="Public Sans"/>
                  <a:cs typeface="Public Sans"/>
                  <a:sym typeface="Public Sans"/>
                </a:endParaRPr>
              </a:p>
            </p:txBody>
          </p:sp>
        </p:grpSp>
        <p:sp>
          <p:nvSpPr>
            <p:cNvPr id="829" name="Google Shape;829;p274"/>
            <p:cNvSpPr/>
            <p:nvPr/>
          </p:nvSpPr>
          <p:spPr>
            <a:xfrm>
              <a:off x="4529278" y="752041"/>
              <a:ext cx="3307470" cy="475949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endParaRPr sz="1300" b="0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endParaRPr>
            </a:p>
          </p:txBody>
        </p:sp>
        <p:sp>
          <p:nvSpPr>
            <p:cNvPr id="830" name="Google Shape;830;p274"/>
            <p:cNvSpPr/>
            <p:nvPr/>
          </p:nvSpPr>
          <p:spPr>
            <a:xfrm>
              <a:off x="4076310" y="752041"/>
              <a:ext cx="475827" cy="475827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200" b="0" i="1" u="none" strike="noStrike" cap="none">
                  <a:solidFill>
                    <a:schemeClr val="dk1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01</a:t>
              </a:r>
              <a:endParaRPr sz="1200" b="0" i="1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endParaRPr>
            </a:p>
          </p:txBody>
        </p:sp>
        <p:sp>
          <p:nvSpPr>
            <p:cNvPr id="814" name="Google Shape;814;p274"/>
            <p:cNvSpPr/>
            <p:nvPr/>
          </p:nvSpPr>
          <p:spPr>
            <a:xfrm rot="-5400000">
              <a:off x="3941773" y="927732"/>
              <a:ext cx="144497" cy="124566"/>
            </a:xfrm>
            <a:prstGeom prst="triangle">
              <a:avLst>
                <a:gd name="adj" fmla="val 50000"/>
              </a:avLst>
            </a:pr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endParaRPr>
            </a:p>
          </p:txBody>
        </p:sp>
        <p:sp>
          <p:nvSpPr>
            <p:cNvPr id="831" name="Google Shape;831;p274"/>
            <p:cNvSpPr/>
            <p:nvPr/>
          </p:nvSpPr>
          <p:spPr>
            <a:xfrm>
              <a:off x="4529278" y="1360153"/>
              <a:ext cx="3307470" cy="47594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endParaRPr sz="1300" b="0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endParaRPr>
            </a:p>
          </p:txBody>
        </p:sp>
        <p:sp>
          <p:nvSpPr>
            <p:cNvPr id="832" name="Google Shape;832;p274"/>
            <p:cNvSpPr/>
            <p:nvPr/>
          </p:nvSpPr>
          <p:spPr>
            <a:xfrm>
              <a:off x="4076309" y="1360031"/>
              <a:ext cx="475827" cy="475827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200" b="0" i="1" u="none" strike="noStrike" cap="none">
                  <a:solidFill>
                    <a:schemeClr val="dk1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02</a:t>
              </a:r>
              <a:endParaRPr sz="1200" b="0" i="1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endParaRPr>
            </a:p>
          </p:txBody>
        </p:sp>
        <p:sp>
          <p:nvSpPr>
            <p:cNvPr id="826" name="Google Shape;826;p274"/>
            <p:cNvSpPr/>
            <p:nvPr/>
          </p:nvSpPr>
          <p:spPr>
            <a:xfrm rot="-5400000">
              <a:off x="3941772" y="1535783"/>
              <a:ext cx="144497" cy="124566"/>
            </a:xfrm>
            <a:prstGeom prst="triangle">
              <a:avLst>
                <a:gd name="adj" fmla="val 50000"/>
              </a:avLst>
            </a:pr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endParaRPr>
            </a:p>
          </p:txBody>
        </p:sp>
        <p:sp>
          <p:nvSpPr>
            <p:cNvPr id="833" name="Google Shape;833;p274"/>
            <p:cNvSpPr/>
            <p:nvPr/>
          </p:nvSpPr>
          <p:spPr>
            <a:xfrm>
              <a:off x="4529278" y="1968387"/>
              <a:ext cx="3307470" cy="475949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endParaRPr sz="1300" b="0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endParaRPr>
            </a:p>
          </p:txBody>
        </p:sp>
        <p:sp>
          <p:nvSpPr>
            <p:cNvPr id="834" name="Google Shape;834;p274"/>
            <p:cNvSpPr/>
            <p:nvPr/>
          </p:nvSpPr>
          <p:spPr>
            <a:xfrm>
              <a:off x="4076308" y="1968143"/>
              <a:ext cx="475827" cy="475827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200" b="0" i="1" u="none" strike="noStrike" cap="none">
                  <a:solidFill>
                    <a:schemeClr val="dk1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03</a:t>
              </a:r>
              <a:endParaRPr sz="1200" b="0" i="1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endParaRPr>
            </a:p>
          </p:txBody>
        </p:sp>
        <p:sp>
          <p:nvSpPr>
            <p:cNvPr id="816" name="Google Shape;816;p274"/>
            <p:cNvSpPr/>
            <p:nvPr/>
          </p:nvSpPr>
          <p:spPr>
            <a:xfrm rot="-5400000">
              <a:off x="3941771" y="2143956"/>
              <a:ext cx="144497" cy="124566"/>
            </a:xfrm>
            <a:prstGeom prst="triangle">
              <a:avLst>
                <a:gd name="adj" fmla="val 50000"/>
              </a:avLst>
            </a:pr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endParaRPr>
            </a:p>
          </p:txBody>
        </p:sp>
        <p:sp>
          <p:nvSpPr>
            <p:cNvPr id="835" name="Google Shape;835;p274"/>
            <p:cNvSpPr/>
            <p:nvPr/>
          </p:nvSpPr>
          <p:spPr>
            <a:xfrm>
              <a:off x="4529278" y="2576743"/>
              <a:ext cx="3307470" cy="47594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endParaRPr sz="1300" b="0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endParaRPr>
            </a:p>
          </p:txBody>
        </p:sp>
        <p:sp>
          <p:nvSpPr>
            <p:cNvPr id="836" name="Google Shape;836;p274"/>
            <p:cNvSpPr/>
            <p:nvPr/>
          </p:nvSpPr>
          <p:spPr>
            <a:xfrm>
              <a:off x="4076307" y="2576377"/>
              <a:ext cx="475827" cy="475827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200" b="0" i="1" u="none" strike="noStrike" cap="none">
                  <a:solidFill>
                    <a:schemeClr val="dk1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04</a:t>
              </a:r>
              <a:endParaRPr sz="1200" b="0" i="1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endParaRPr>
            </a:p>
          </p:txBody>
        </p:sp>
        <p:sp>
          <p:nvSpPr>
            <p:cNvPr id="818" name="Google Shape;818;p274"/>
            <p:cNvSpPr/>
            <p:nvPr/>
          </p:nvSpPr>
          <p:spPr>
            <a:xfrm rot="-5400000">
              <a:off x="3941770" y="2752251"/>
              <a:ext cx="144497" cy="124566"/>
            </a:xfrm>
            <a:prstGeom prst="triangle">
              <a:avLst>
                <a:gd name="adj" fmla="val 50000"/>
              </a:avLst>
            </a:pr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endParaRPr>
            </a:p>
          </p:txBody>
        </p:sp>
        <p:sp>
          <p:nvSpPr>
            <p:cNvPr id="837" name="Google Shape;837;p274"/>
            <p:cNvSpPr/>
            <p:nvPr/>
          </p:nvSpPr>
          <p:spPr>
            <a:xfrm>
              <a:off x="4529278" y="3185221"/>
              <a:ext cx="3307470" cy="475949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endParaRPr sz="1300" b="0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endParaRPr>
            </a:p>
          </p:txBody>
        </p:sp>
        <p:sp>
          <p:nvSpPr>
            <p:cNvPr id="838" name="Google Shape;838;p274"/>
            <p:cNvSpPr/>
            <p:nvPr/>
          </p:nvSpPr>
          <p:spPr>
            <a:xfrm>
              <a:off x="4076306" y="3184733"/>
              <a:ext cx="475827" cy="475827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200" b="0" i="1" u="none" strike="noStrike" cap="none">
                  <a:solidFill>
                    <a:schemeClr val="dk1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05</a:t>
              </a:r>
              <a:endParaRPr sz="1200" b="0" i="1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endParaRPr>
            </a:p>
          </p:txBody>
        </p:sp>
        <p:sp>
          <p:nvSpPr>
            <p:cNvPr id="824" name="Google Shape;824;p274"/>
            <p:cNvSpPr/>
            <p:nvPr/>
          </p:nvSpPr>
          <p:spPr>
            <a:xfrm rot="-5400000">
              <a:off x="3941769" y="3360668"/>
              <a:ext cx="144497" cy="124566"/>
            </a:xfrm>
            <a:prstGeom prst="triangle">
              <a:avLst>
                <a:gd name="adj" fmla="val 50000"/>
              </a:avLst>
            </a:pr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endParaRPr>
            </a:p>
          </p:txBody>
        </p:sp>
        <p:sp>
          <p:nvSpPr>
            <p:cNvPr id="839" name="Google Shape;839;p274"/>
            <p:cNvSpPr/>
            <p:nvPr/>
          </p:nvSpPr>
          <p:spPr>
            <a:xfrm>
              <a:off x="4529278" y="3793821"/>
              <a:ext cx="3307470" cy="47594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endParaRPr sz="1300" b="0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endParaRPr>
            </a:p>
          </p:txBody>
        </p:sp>
        <p:sp>
          <p:nvSpPr>
            <p:cNvPr id="840" name="Google Shape;840;p274"/>
            <p:cNvSpPr/>
            <p:nvPr/>
          </p:nvSpPr>
          <p:spPr>
            <a:xfrm>
              <a:off x="4076305" y="3793211"/>
              <a:ext cx="475827" cy="475827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200" b="0" i="1" u="none" strike="noStrike" cap="none">
                  <a:solidFill>
                    <a:schemeClr val="dk1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06</a:t>
              </a:r>
              <a:endParaRPr sz="1200" b="0" i="1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endParaRPr>
            </a:p>
          </p:txBody>
        </p:sp>
        <p:sp>
          <p:nvSpPr>
            <p:cNvPr id="822" name="Google Shape;822;p274"/>
            <p:cNvSpPr/>
            <p:nvPr/>
          </p:nvSpPr>
          <p:spPr>
            <a:xfrm rot="-5400000">
              <a:off x="3941768" y="3969207"/>
              <a:ext cx="144497" cy="124566"/>
            </a:xfrm>
            <a:prstGeom prst="triangle">
              <a:avLst>
                <a:gd name="adj" fmla="val 50000"/>
              </a:avLst>
            </a:pr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endParaRPr>
            </a:p>
          </p:txBody>
        </p:sp>
        <p:sp>
          <p:nvSpPr>
            <p:cNvPr id="841" name="Google Shape;841;p274"/>
            <p:cNvSpPr/>
            <p:nvPr/>
          </p:nvSpPr>
          <p:spPr>
            <a:xfrm>
              <a:off x="4529278" y="4402542"/>
              <a:ext cx="3307470" cy="475949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endParaRPr sz="1300" b="0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endParaRPr>
            </a:p>
          </p:txBody>
        </p:sp>
        <p:sp>
          <p:nvSpPr>
            <p:cNvPr id="842" name="Google Shape;842;p274"/>
            <p:cNvSpPr/>
            <p:nvPr/>
          </p:nvSpPr>
          <p:spPr>
            <a:xfrm>
              <a:off x="4076304" y="4401810"/>
              <a:ext cx="475827" cy="475827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200" b="0" i="1" u="none" strike="noStrike" cap="none">
                  <a:solidFill>
                    <a:schemeClr val="dk1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07</a:t>
              </a:r>
              <a:endParaRPr sz="1200" b="0" i="1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endParaRPr>
            </a:p>
          </p:txBody>
        </p:sp>
        <p:sp>
          <p:nvSpPr>
            <p:cNvPr id="820" name="Google Shape;820;p274"/>
            <p:cNvSpPr/>
            <p:nvPr/>
          </p:nvSpPr>
          <p:spPr>
            <a:xfrm rot="-5400000">
              <a:off x="3941767" y="4577867"/>
              <a:ext cx="144497" cy="124566"/>
            </a:xfrm>
            <a:prstGeom prst="triangle">
              <a:avLst>
                <a:gd name="adj" fmla="val 50000"/>
              </a:avLst>
            </a:pr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endParaRPr>
            </a:p>
          </p:txBody>
        </p:sp>
      </p:grpSp>
      <p:sp>
        <p:nvSpPr>
          <p:cNvPr id="843" name="Google Shape;843;p274"/>
          <p:cNvSpPr txBox="1">
            <a:spLocks noGrp="1"/>
          </p:cNvSpPr>
          <p:nvPr>
            <p:ph type="body" idx="1"/>
          </p:nvPr>
        </p:nvSpPr>
        <p:spPr>
          <a:xfrm>
            <a:off x="1345189" y="2654219"/>
            <a:ext cx="1714750" cy="32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44" name="Google Shape;844;p274"/>
          <p:cNvSpPr txBox="1">
            <a:spLocks noGrp="1"/>
          </p:cNvSpPr>
          <p:nvPr>
            <p:ph type="body" idx="2"/>
          </p:nvPr>
        </p:nvSpPr>
        <p:spPr>
          <a:xfrm>
            <a:off x="5044082" y="2637036"/>
            <a:ext cx="3070107" cy="358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45" name="Google Shape;845;p274"/>
          <p:cNvSpPr txBox="1">
            <a:spLocks noGrp="1"/>
          </p:cNvSpPr>
          <p:nvPr>
            <p:ph type="body" idx="3"/>
          </p:nvPr>
        </p:nvSpPr>
        <p:spPr>
          <a:xfrm>
            <a:off x="5044082" y="808236"/>
            <a:ext cx="3070107" cy="358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46" name="Google Shape;846;p274"/>
          <p:cNvSpPr txBox="1">
            <a:spLocks noGrp="1"/>
          </p:cNvSpPr>
          <p:nvPr>
            <p:ph type="body" idx="4"/>
          </p:nvPr>
        </p:nvSpPr>
        <p:spPr>
          <a:xfrm>
            <a:off x="5044082" y="4465835"/>
            <a:ext cx="3070107" cy="358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47" name="Google Shape;847;p274"/>
          <p:cNvSpPr txBox="1">
            <a:spLocks noGrp="1"/>
          </p:cNvSpPr>
          <p:nvPr>
            <p:ph type="body" idx="5"/>
          </p:nvPr>
        </p:nvSpPr>
        <p:spPr>
          <a:xfrm>
            <a:off x="5044082" y="3856236"/>
            <a:ext cx="3070107" cy="358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48" name="Google Shape;848;p274"/>
          <p:cNvSpPr txBox="1">
            <a:spLocks noGrp="1"/>
          </p:cNvSpPr>
          <p:nvPr>
            <p:ph type="body" idx="6"/>
          </p:nvPr>
        </p:nvSpPr>
        <p:spPr>
          <a:xfrm>
            <a:off x="5044082" y="3246636"/>
            <a:ext cx="3070107" cy="358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49" name="Google Shape;849;p274"/>
          <p:cNvSpPr txBox="1">
            <a:spLocks noGrp="1"/>
          </p:cNvSpPr>
          <p:nvPr>
            <p:ph type="body" idx="7"/>
          </p:nvPr>
        </p:nvSpPr>
        <p:spPr>
          <a:xfrm>
            <a:off x="5044082" y="2027436"/>
            <a:ext cx="3070107" cy="358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50" name="Google Shape;850;p274"/>
          <p:cNvSpPr txBox="1">
            <a:spLocks noGrp="1"/>
          </p:cNvSpPr>
          <p:nvPr>
            <p:ph type="body" idx="8"/>
          </p:nvPr>
        </p:nvSpPr>
        <p:spPr>
          <a:xfrm>
            <a:off x="5044082" y="1417836"/>
            <a:ext cx="3070107" cy="358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1_Section title and description 8">
    <p:spTree>
      <p:nvGrpSpPr>
        <p:cNvPr id="1" name="Shape 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2" name="Google Shape;852;p275" descr="Shape&#10;&#10;Description automatically generated with low confidenc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3990" cy="5143494"/>
          </a:xfrm>
          <a:prstGeom prst="rect">
            <a:avLst/>
          </a:prstGeom>
          <a:noFill/>
          <a:ln>
            <a:noFill/>
          </a:ln>
        </p:spPr>
      </p:pic>
      <p:sp>
        <p:nvSpPr>
          <p:cNvPr id="853" name="Google Shape;853;p275"/>
          <p:cNvSpPr txBox="1">
            <a:spLocks noGrp="1"/>
          </p:cNvSpPr>
          <p:nvPr>
            <p:ph type="title"/>
          </p:nvPr>
        </p:nvSpPr>
        <p:spPr>
          <a:xfrm>
            <a:off x="135731" y="202405"/>
            <a:ext cx="7886700" cy="344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366A"/>
              </a:buClr>
              <a:buSzPts val="1700"/>
              <a:buFont typeface="Public Sans"/>
              <a:buNone/>
              <a:defRPr sz="1700" b="1" i="0" u="none" strike="noStrike" cap="none">
                <a:solidFill>
                  <a:srgbClr val="22366A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54" name="Google Shape;854;p275"/>
          <p:cNvSpPr/>
          <p:nvPr/>
        </p:nvSpPr>
        <p:spPr>
          <a:xfrm>
            <a:off x="0" y="202405"/>
            <a:ext cx="135731" cy="344091"/>
          </a:xfrm>
          <a:prstGeom prst="rect">
            <a:avLst/>
          </a:prstGeom>
          <a:solidFill>
            <a:srgbClr val="22366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55" name="Google Shape;855;p275"/>
          <p:cNvGrpSpPr/>
          <p:nvPr/>
        </p:nvGrpSpPr>
        <p:grpSpPr>
          <a:xfrm>
            <a:off x="914091" y="752041"/>
            <a:ext cx="7280306" cy="4126450"/>
            <a:chOff x="556442" y="752041"/>
            <a:chExt cx="7280306" cy="4126450"/>
          </a:xfrm>
        </p:grpSpPr>
        <p:cxnSp>
          <p:nvCxnSpPr>
            <p:cNvPr id="856" name="Google Shape;856;p275"/>
            <p:cNvCxnSpPr>
              <a:stCxn id="857" idx="6"/>
              <a:endCxn id="858" idx="0"/>
            </p:cNvCxnSpPr>
            <p:nvPr/>
          </p:nvCxnSpPr>
          <p:spPr>
            <a:xfrm rot="10800000" flipH="1">
              <a:off x="3133388" y="990067"/>
              <a:ext cx="818400" cy="1825200"/>
            </a:xfrm>
            <a:prstGeom prst="bentConnector3">
              <a:avLst>
                <a:gd name="adj1" fmla="val -37402"/>
              </a:avLst>
            </a:prstGeom>
            <a:noFill/>
            <a:ln w="12700" cap="flat" cmpd="sng">
              <a:solidFill>
                <a:srgbClr val="D8D8D8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859" name="Google Shape;859;p275"/>
            <p:cNvCxnSpPr>
              <a:stCxn id="857" idx="6"/>
              <a:endCxn id="860" idx="0"/>
            </p:cNvCxnSpPr>
            <p:nvPr/>
          </p:nvCxnSpPr>
          <p:spPr>
            <a:xfrm rot="10800000" flipH="1">
              <a:off x="3133388" y="2206267"/>
              <a:ext cx="818400" cy="609000"/>
            </a:xfrm>
            <a:prstGeom prst="bentConnector3">
              <a:avLst>
                <a:gd name="adj1" fmla="val -37402"/>
              </a:avLst>
            </a:prstGeom>
            <a:noFill/>
            <a:ln w="12700" cap="flat" cmpd="sng">
              <a:solidFill>
                <a:srgbClr val="D8D8D8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861" name="Google Shape;861;p275"/>
            <p:cNvCxnSpPr>
              <a:stCxn id="857" idx="6"/>
              <a:endCxn id="862" idx="0"/>
            </p:cNvCxnSpPr>
            <p:nvPr/>
          </p:nvCxnSpPr>
          <p:spPr>
            <a:xfrm rot="10800000" flipH="1">
              <a:off x="3133388" y="2814667"/>
              <a:ext cx="818400" cy="600"/>
            </a:xfrm>
            <a:prstGeom prst="bentConnector3">
              <a:avLst>
                <a:gd name="adj1" fmla="val -37402"/>
              </a:avLst>
            </a:prstGeom>
            <a:noFill/>
            <a:ln w="12700" cap="flat" cmpd="sng">
              <a:solidFill>
                <a:srgbClr val="D8D8D8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863" name="Google Shape;863;p275"/>
            <p:cNvCxnSpPr>
              <a:stCxn id="857" idx="6"/>
              <a:endCxn id="864" idx="0"/>
            </p:cNvCxnSpPr>
            <p:nvPr/>
          </p:nvCxnSpPr>
          <p:spPr>
            <a:xfrm>
              <a:off x="3133388" y="2815267"/>
              <a:ext cx="818400" cy="1824900"/>
            </a:xfrm>
            <a:prstGeom prst="bentConnector3">
              <a:avLst>
                <a:gd name="adj1" fmla="val -37402"/>
              </a:avLst>
            </a:prstGeom>
            <a:noFill/>
            <a:ln w="12700" cap="flat" cmpd="sng">
              <a:solidFill>
                <a:srgbClr val="D8D8D8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865" name="Google Shape;865;p275"/>
            <p:cNvCxnSpPr>
              <a:stCxn id="857" idx="6"/>
              <a:endCxn id="866" idx="0"/>
            </p:cNvCxnSpPr>
            <p:nvPr/>
          </p:nvCxnSpPr>
          <p:spPr>
            <a:xfrm>
              <a:off x="3133388" y="2815267"/>
              <a:ext cx="818400" cy="1216200"/>
            </a:xfrm>
            <a:prstGeom prst="bentConnector3">
              <a:avLst>
                <a:gd name="adj1" fmla="val -37402"/>
              </a:avLst>
            </a:prstGeom>
            <a:noFill/>
            <a:ln w="12700" cap="flat" cmpd="sng">
              <a:solidFill>
                <a:srgbClr val="D8D8D8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867" name="Google Shape;867;p275"/>
            <p:cNvCxnSpPr>
              <a:stCxn id="857" idx="6"/>
              <a:endCxn id="868" idx="0"/>
            </p:cNvCxnSpPr>
            <p:nvPr/>
          </p:nvCxnSpPr>
          <p:spPr>
            <a:xfrm>
              <a:off x="3133388" y="2815267"/>
              <a:ext cx="818400" cy="607800"/>
            </a:xfrm>
            <a:prstGeom prst="bentConnector3">
              <a:avLst>
                <a:gd name="adj1" fmla="val -37402"/>
              </a:avLst>
            </a:prstGeom>
            <a:noFill/>
            <a:ln w="12700" cap="flat" cmpd="sng">
              <a:solidFill>
                <a:srgbClr val="D8D8D8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869" name="Google Shape;869;p275"/>
            <p:cNvCxnSpPr>
              <a:stCxn id="857" idx="6"/>
              <a:endCxn id="870" idx="0"/>
            </p:cNvCxnSpPr>
            <p:nvPr/>
          </p:nvCxnSpPr>
          <p:spPr>
            <a:xfrm rot="10800000" flipH="1">
              <a:off x="3133388" y="1598167"/>
              <a:ext cx="818400" cy="1217100"/>
            </a:xfrm>
            <a:prstGeom prst="bentConnector3">
              <a:avLst>
                <a:gd name="adj1" fmla="val -37402"/>
              </a:avLst>
            </a:prstGeom>
            <a:noFill/>
            <a:ln w="12700" cap="flat" cmpd="sng">
              <a:solidFill>
                <a:srgbClr val="D8D8D8"/>
              </a:solidFill>
              <a:prstDash val="solid"/>
              <a:round/>
              <a:headEnd type="none" w="sm" len="sm"/>
              <a:tailEnd type="none" w="sm" len="sm"/>
            </a:ln>
          </p:spPr>
        </p:cxnSp>
        <p:grpSp>
          <p:nvGrpSpPr>
            <p:cNvPr id="871" name="Google Shape;871;p275"/>
            <p:cNvGrpSpPr/>
            <p:nvPr/>
          </p:nvGrpSpPr>
          <p:grpSpPr>
            <a:xfrm>
              <a:off x="556442" y="1526794"/>
              <a:ext cx="2576946" cy="2576946"/>
              <a:chOff x="941492" y="1686560"/>
              <a:chExt cx="1876213" cy="1876213"/>
            </a:xfrm>
          </p:grpSpPr>
          <p:sp>
            <p:nvSpPr>
              <p:cNvPr id="857" name="Google Shape;857;p275"/>
              <p:cNvSpPr/>
              <p:nvPr/>
            </p:nvSpPr>
            <p:spPr>
              <a:xfrm>
                <a:off x="941492" y="1686560"/>
                <a:ext cx="1876213" cy="1876213"/>
              </a:xfrm>
              <a:prstGeom prst="ellipse">
                <a:avLst/>
              </a:prstGeom>
              <a:solidFill>
                <a:srgbClr val="D8D8D8"/>
              </a:solidFill>
              <a:ln w="254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50800" dist="38100" dir="2700000" algn="tl" rotWithShape="0">
                  <a:srgbClr val="000000">
                    <a:alpha val="40000"/>
                  </a:srgbClr>
                </a:outerShdw>
              </a:effectLst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Public Sans"/>
                  <a:ea typeface="Public Sans"/>
                  <a:cs typeface="Public Sans"/>
                  <a:sym typeface="Public Sans"/>
                </a:endParaRPr>
              </a:p>
            </p:txBody>
          </p:sp>
          <p:sp>
            <p:nvSpPr>
              <p:cNvPr id="872" name="Google Shape;872;p275"/>
              <p:cNvSpPr/>
              <p:nvPr/>
            </p:nvSpPr>
            <p:spPr>
              <a:xfrm>
                <a:off x="1074172" y="1819240"/>
                <a:ext cx="1610853" cy="1610853"/>
              </a:xfrm>
              <a:prstGeom prst="ellipse">
                <a:avLst/>
              </a:prstGeom>
              <a:solidFill>
                <a:srgbClr val="F2F2F2"/>
              </a:solidFill>
              <a:ln w="254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50800" dist="38100" dir="2700000" algn="tl" rotWithShape="0">
                  <a:srgbClr val="000000">
                    <a:alpha val="40000"/>
                  </a:srgbClr>
                </a:outerShdw>
              </a:effectLst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Public Sans"/>
                  <a:ea typeface="Public Sans"/>
                  <a:cs typeface="Public Sans"/>
                  <a:sym typeface="Public Sans"/>
                </a:endParaRPr>
              </a:p>
            </p:txBody>
          </p:sp>
        </p:grpSp>
        <p:sp>
          <p:nvSpPr>
            <p:cNvPr id="873" name="Google Shape;873;p275"/>
            <p:cNvSpPr/>
            <p:nvPr/>
          </p:nvSpPr>
          <p:spPr>
            <a:xfrm>
              <a:off x="4529278" y="752041"/>
              <a:ext cx="3307470" cy="47594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endParaRPr sz="1300" b="0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endParaRPr>
            </a:p>
          </p:txBody>
        </p:sp>
        <p:sp>
          <p:nvSpPr>
            <p:cNvPr id="874" name="Google Shape;874;p275"/>
            <p:cNvSpPr/>
            <p:nvPr/>
          </p:nvSpPr>
          <p:spPr>
            <a:xfrm>
              <a:off x="4076310" y="752041"/>
              <a:ext cx="475827" cy="475827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200" b="0" i="1" u="none" strike="noStrike" cap="none">
                  <a:solidFill>
                    <a:schemeClr val="dk1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01</a:t>
              </a:r>
              <a:endParaRPr sz="1200" b="0" i="1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endParaRPr>
            </a:p>
          </p:txBody>
        </p:sp>
        <p:sp>
          <p:nvSpPr>
            <p:cNvPr id="858" name="Google Shape;858;p275"/>
            <p:cNvSpPr/>
            <p:nvPr/>
          </p:nvSpPr>
          <p:spPr>
            <a:xfrm rot="-5400000">
              <a:off x="3941773" y="927732"/>
              <a:ext cx="144497" cy="124566"/>
            </a:xfrm>
            <a:prstGeom prst="triangle">
              <a:avLst>
                <a:gd name="adj" fmla="val 50000"/>
              </a:avLst>
            </a:pr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endParaRPr>
            </a:p>
          </p:txBody>
        </p:sp>
        <p:sp>
          <p:nvSpPr>
            <p:cNvPr id="875" name="Google Shape;875;p275"/>
            <p:cNvSpPr/>
            <p:nvPr/>
          </p:nvSpPr>
          <p:spPr>
            <a:xfrm>
              <a:off x="4529278" y="1360153"/>
              <a:ext cx="3307470" cy="47594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endParaRPr sz="1300" b="0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endParaRPr>
            </a:p>
          </p:txBody>
        </p:sp>
        <p:sp>
          <p:nvSpPr>
            <p:cNvPr id="876" name="Google Shape;876;p275"/>
            <p:cNvSpPr/>
            <p:nvPr/>
          </p:nvSpPr>
          <p:spPr>
            <a:xfrm>
              <a:off x="4076309" y="1360031"/>
              <a:ext cx="475827" cy="475827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200" b="0" i="1" u="none" strike="noStrike" cap="none">
                  <a:solidFill>
                    <a:schemeClr val="dk1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02</a:t>
              </a:r>
              <a:endParaRPr sz="1200" b="0" i="1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endParaRPr>
            </a:p>
          </p:txBody>
        </p:sp>
        <p:sp>
          <p:nvSpPr>
            <p:cNvPr id="870" name="Google Shape;870;p275"/>
            <p:cNvSpPr/>
            <p:nvPr/>
          </p:nvSpPr>
          <p:spPr>
            <a:xfrm rot="-5400000">
              <a:off x="3941772" y="1535783"/>
              <a:ext cx="144497" cy="124566"/>
            </a:xfrm>
            <a:prstGeom prst="triangle">
              <a:avLst>
                <a:gd name="adj" fmla="val 50000"/>
              </a:avLst>
            </a:pr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endParaRPr>
            </a:p>
          </p:txBody>
        </p:sp>
        <p:sp>
          <p:nvSpPr>
            <p:cNvPr id="877" name="Google Shape;877;p275"/>
            <p:cNvSpPr/>
            <p:nvPr/>
          </p:nvSpPr>
          <p:spPr>
            <a:xfrm>
              <a:off x="4529278" y="1968387"/>
              <a:ext cx="3307470" cy="47594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endParaRPr sz="1300" b="0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endParaRPr>
            </a:p>
          </p:txBody>
        </p:sp>
        <p:sp>
          <p:nvSpPr>
            <p:cNvPr id="878" name="Google Shape;878;p275"/>
            <p:cNvSpPr/>
            <p:nvPr/>
          </p:nvSpPr>
          <p:spPr>
            <a:xfrm>
              <a:off x="4076308" y="1968143"/>
              <a:ext cx="475827" cy="475827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200" b="0" i="1" u="none" strike="noStrike" cap="none">
                  <a:solidFill>
                    <a:schemeClr val="dk1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03</a:t>
              </a:r>
              <a:endParaRPr sz="1200" b="0" i="1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endParaRPr>
            </a:p>
          </p:txBody>
        </p:sp>
        <p:sp>
          <p:nvSpPr>
            <p:cNvPr id="860" name="Google Shape;860;p275"/>
            <p:cNvSpPr/>
            <p:nvPr/>
          </p:nvSpPr>
          <p:spPr>
            <a:xfrm rot="-5400000">
              <a:off x="3941771" y="2143956"/>
              <a:ext cx="144497" cy="124566"/>
            </a:xfrm>
            <a:prstGeom prst="triangle">
              <a:avLst>
                <a:gd name="adj" fmla="val 50000"/>
              </a:avLst>
            </a:pr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endParaRPr>
            </a:p>
          </p:txBody>
        </p:sp>
        <p:sp>
          <p:nvSpPr>
            <p:cNvPr id="879" name="Google Shape;879;p275"/>
            <p:cNvSpPr/>
            <p:nvPr/>
          </p:nvSpPr>
          <p:spPr>
            <a:xfrm>
              <a:off x="4529278" y="2576743"/>
              <a:ext cx="3307470" cy="47594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endParaRPr sz="1300" b="0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endParaRPr>
            </a:p>
          </p:txBody>
        </p:sp>
        <p:sp>
          <p:nvSpPr>
            <p:cNvPr id="880" name="Google Shape;880;p275"/>
            <p:cNvSpPr/>
            <p:nvPr/>
          </p:nvSpPr>
          <p:spPr>
            <a:xfrm>
              <a:off x="4076307" y="2576377"/>
              <a:ext cx="475827" cy="475827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200" b="0" i="1" u="none" strike="noStrike" cap="none">
                  <a:solidFill>
                    <a:schemeClr val="dk1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04</a:t>
              </a:r>
              <a:endParaRPr sz="1200" b="0" i="1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endParaRPr>
            </a:p>
          </p:txBody>
        </p:sp>
        <p:sp>
          <p:nvSpPr>
            <p:cNvPr id="862" name="Google Shape;862;p275"/>
            <p:cNvSpPr/>
            <p:nvPr/>
          </p:nvSpPr>
          <p:spPr>
            <a:xfrm rot="-5400000">
              <a:off x="3941770" y="2752251"/>
              <a:ext cx="144497" cy="124566"/>
            </a:xfrm>
            <a:prstGeom prst="triangle">
              <a:avLst>
                <a:gd name="adj" fmla="val 50000"/>
              </a:avLst>
            </a:pr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endParaRPr>
            </a:p>
          </p:txBody>
        </p:sp>
        <p:sp>
          <p:nvSpPr>
            <p:cNvPr id="881" name="Google Shape;881;p275"/>
            <p:cNvSpPr/>
            <p:nvPr/>
          </p:nvSpPr>
          <p:spPr>
            <a:xfrm>
              <a:off x="4529278" y="3185221"/>
              <a:ext cx="3307470" cy="47594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endParaRPr sz="1300" b="0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endParaRPr>
            </a:p>
          </p:txBody>
        </p:sp>
        <p:sp>
          <p:nvSpPr>
            <p:cNvPr id="882" name="Google Shape;882;p275"/>
            <p:cNvSpPr/>
            <p:nvPr/>
          </p:nvSpPr>
          <p:spPr>
            <a:xfrm>
              <a:off x="4076306" y="3184733"/>
              <a:ext cx="475827" cy="475827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200" b="0" i="1" u="none" strike="noStrike" cap="none">
                  <a:solidFill>
                    <a:schemeClr val="dk1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05</a:t>
              </a:r>
              <a:endParaRPr sz="1200" b="0" i="1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endParaRPr>
            </a:p>
          </p:txBody>
        </p:sp>
        <p:sp>
          <p:nvSpPr>
            <p:cNvPr id="868" name="Google Shape;868;p275"/>
            <p:cNvSpPr/>
            <p:nvPr/>
          </p:nvSpPr>
          <p:spPr>
            <a:xfrm rot="-5400000">
              <a:off x="3941769" y="3360668"/>
              <a:ext cx="144497" cy="124566"/>
            </a:xfrm>
            <a:prstGeom prst="triangle">
              <a:avLst>
                <a:gd name="adj" fmla="val 50000"/>
              </a:avLst>
            </a:pr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endParaRPr>
            </a:p>
          </p:txBody>
        </p:sp>
        <p:sp>
          <p:nvSpPr>
            <p:cNvPr id="883" name="Google Shape;883;p275"/>
            <p:cNvSpPr/>
            <p:nvPr/>
          </p:nvSpPr>
          <p:spPr>
            <a:xfrm>
              <a:off x="4529278" y="3793821"/>
              <a:ext cx="3307470" cy="47594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endParaRPr sz="1300" b="0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endParaRPr>
            </a:p>
          </p:txBody>
        </p:sp>
        <p:sp>
          <p:nvSpPr>
            <p:cNvPr id="884" name="Google Shape;884;p275"/>
            <p:cNvSpPr/>
            <p:nvPr/>
          </p:nvSpPr>
          <p:spPr>
            <a:xfrm>
              <a:off x="4076305" y="3793211"/>
              <a:ext cx="475827" cy="475827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200" b="0" i="1" u="none" strike="noStrike" cap="none">
                  <a:solidFill>
                    <a:schemeClr val="dk1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06</a:t>
              </a:r>
              <a:endParaRPr sz="1200" b="0" i="1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endParaRPr>
            </a:p>
          </p:txBody>
        </p:sp>
        <p:sp>
          <p:nvSpPr>
            <p:cNvPr id="866" name="Google Shape;866;p275"/>
            <p:cNvSpPr/>
            <p:nvPr/>
          </p:nvSpPr>
          <p:spPr>
            <a:xfrm rot="-5400000">
              <a:off x="3941768" y="3969207"/>
              <a:ext cx="144497" cy="124566"/>
            </a:xfrm>
            <a:prstGeom prst="triangle">
              <a:avLst>
                <a:gd name="adj" fmla="val 50000"/>
              </a:avLst>
            </a:pr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endParaRPr>
            </a:p>
          </p:txBody>
        </p:sp>
        <p:sp>
          <p:nvSpPr>
            <p:cNvPr id="885" name="Google Shape;885;p275"/>
            <p:cNvSpPr/>
            <p:nvPr/>
          </p:nvSpPr>
          <p:spPr>
            <a:xfrm>
              <a:off x="4529278" y="4402542"/>
              <a:ext cx="3307470" cy="47594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endParaRPr sz="1300" b="0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endParaRPr>
            </a:p>
          </p:txBody>
        </p:sp>
        <p:sp>
          <p:nvSpPr>
            <p:cNvPr id="886" name="Google Shape;886;p275"/>
            <p:cNvSpPr/>
            <p:nvPr/>
          </p:nvSpPr>
          <p:spPr>
            <a:xfrm>
              <a:off x="4076304" y="4401810"/>
              <a:ext cx="475827" cy="475827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200" b="0" i="1" u="none" strike="noStrike" cap="none">
                  <a:solidFill>
                    <a:schemeClr val="dk1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07</a:t>
              </a:r>
              <a:endParaRPr sz="1200" b="0" i="1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endParaRPr>
            </a:p>
          </p:txBody>
        </p:sp>
        <p:sp>
          <p:nvSpPr>
            <p:cNvPr id="864" name="Google Shape;864;p275"/>
            <p:cNvSpPr/>
            <p:nvPr/>
          </p:nvSpPr>
          <p:spPr>
            <a:xfrm rot="-5400000">
              <a:off x="3941767" y="4577867"/>
              <a:ext cx="144497" cy="124566"/>
            </a:xfrm>
            <a:prstGeom prst="triangle">
              <a:avLst>
                <a:gd name="adj" fmla="val 50000"/>
              </a:avLst>
            </a:pr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endParaRPr>
            </a:p>
          </p:txBody>
        </p:sp>
      </p:grpSp>
      <p:sp>
        <p:nvSpPr>
          <p:cNvPr id="887" name="Google Shape;887;p275"/>
          <p:cNvSpPr txBox="1">
            <a:spLocks noGrp="1"/>
          </p:cNvSpPr>
          <p:nvPr>
            <p:ph type="body" idx="1"/>
          </p:nvPr>
        </p:nvSpPr>
        <p:spPr>
          <a:xfrm>
            <a:off x="1345189" y="2654219"/>
            <a:ext cx="1714750" cy="32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88" name="Google Shape;888;p275"/>
          <p:cNvSpPr txBox="1">
            <a:spLocks noGrp="1"/>
          </p:cNvSpPr>
          <p:nvPr>
            <p:ph type="body" idx="2"/>
          </p:nvPr>
        </p:nvSpPr>
        <p:spPr>
          <a:xfrm>
            <a:off x="5044082" y="2637036"/>
            <a:ext cx="3070107" cy="358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89" name="Google Shape;889;p275"/>
          <p:cNvSpPr txBox="1">
            <a:spLocks noGrp="1"/>
          </p:cNvSpPr>
          <p:nvPr>
            <p:ph type="body" idx="3"/>
          </p:nvPr>
        </p:nvSpPr>
        <p:spPr>
          <a:xfrm>
            <a:off x="5044082" y="808236"/>
            <a:ext cx="3070107" cy="358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90" name="Google Shape;890;p275"/>
          <p:cNvSpPr txBox="1">
            <a:spLocks noGrp="1"/>
          </p:cNvSpPr>
          <p:nvPr>
            <p:ph type="body" idx="4"/>
          </p:nvPr>
        </p:nvSpPr>
        <p:spPr>
          <a:xfrm>
            <a:off x="5044082" y="4465835"/>
            <a:ext cx="3070107" cy="358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91" name="Google Shape;891;p275"/>
          <p:cNvSpPr txBox="1">
            <a:spLocks noGrp="1"/>
          </p:cNvSpPr>
          <p:nvPr>
            <p:ph type="body" idx="5"/>
          </p:nvPr>
        </p:nvSpPr>
        <p:spPr>
          <a:xfrm>
            <a:off x="5044082" y="3856236"/>
            <a:ext cx="3070107" cy="358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92" name="Google Shape;892;p275"/>
          <p:cNvSpPr txBox="1">
            <a:spLocks noGrp="1"/>
          </p:cNvSpPr>
          <p:nvPr>
            <p:ph type="body" idx="6"/>
          </p:nvPr>
        </p:nvSpPr>
        <p:spPr>
          <a:xfrm>
            <a:off x="5044082" y="3246636"/>
            <a:ext cx="3070107" cy="358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93" name="Google Shape;893;p275"/>
          <p:cNvSpPr txBox="1">
            <a:spLocks noGrp="1"/>
          </p:cNvSpPr>
          <p:nvPr>
            <p:ph type="body" idx="7"/>
          </p:nvPr>
        </p:nvSpPr>
        <p:spPr>
          <a:xfrm>
            <a:off x="5044082" y="2027436"/>
            <a:ext cx="3070107" cy="358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94" name="Google Shape;894;p275"/>
          <p:cNvSpPr txBox="1">
            <a:spLocks noGrp="1"/>
          </p:cNvSpPr>
          <p:nvPr>
            <p:ph type="body" idx="8"/>
          </p:nvPr>
        </p:nvSpPr>
        <p:spPr>
          <a:xfrm>
            <a:off x="5044082" y="1417836"/>
            <a:ext cx="3070107" cy="358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1_Section title and description 9">
    <p:spTree>
      <p:nvGrpSpPr>
        <p:cNvPr id="1" name="Shape 8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6" name="Google Shape;896;p276"/>
          <p:cNvSpPr/>
          <p:nvPr/>
        </p:nvSpPr>
        <p:spPr>
          <a:xfrm>
            <a:off x="0" y="1"/>
            <a:ext cx="9143999" cy="5143499"/>
          </a:xfrm>
          <a:prstGeom prst="rect">
            <a:avLst/>
          </a:prstGeom>
          <a:solidFill>
            <a:srgbClr val="F2F2F2">
              <a:alpha val="94117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Calibri"/>
              <a:buNone/>
            </a:pPr>
            <a:endParaRPr sz="1050" b="1" i="0" u="none" strike="noStrike" cap="none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pic>
        <p:nvPicPr>
          <p:cNvPr id="897" name="Google Shape;897;p276" descr="Shape&#10;&#10;Description automatically generated with low confidenc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3990" cy="5143494"/>
          </a:xfrm>
          <a:prstGeom prst="rect">
            <a:avLst/>
          </a:prstGeom>
          <a:noFill/>
          <a:ln>
            <a:noFill/>
          </a:ln>
        </p:spPr>
      </p:pic>
      <p:sp>
        <p:nvSpPr>
          <p:cNvPr id="898" name="Google Shape;898;p276"/>
          <p:cNvSpPr txBox="1">
            <a:spLocks noGrp="1"/>
          </p:cNvSpPr>
          <p:nvPr>
            <p:ph type="title"/>
          </p:nvPr>
        </p:nvSpPr>
        <p:spPr>
          <a:xfrm>
            <a:off x="135731" y="202405"/>
            <a:ext cx="7886700" cy="344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366A"/>
              </a:buClr>
              <a:buSzPts val="1700"/>
              <a:buFont typeface="Public Sans"/>
              <a:buNone/>
              <a:defRPr sz="1700" b="1" i="0" u="none" strike="noStrike" cap="none">
                <a:solidFill>
                  <a:srgbClr val="22366A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99" name="Google Shape;899;p276"/>
          <p:cNvSpPr/>
          <p:nvPr/>
        </p:nvSpPr>
        <p:spPr>
          <a:xfrm>
            <a:off x="0" y="202405"/>
            <a:ext cx="135731" cy="344091"/>
          </a:xfrm>
          <a:prstGeom prst="rect">
            <a:avLst/>
          </a:prstGeom>
          <a:solidFill>
            <a:srgbClr val="22366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00" name="Google Shape;900;p276"/>
          <p:cNvGrpSpPr/>
          <p:nvPr/>
        </p:nvGrpSpPr>
        <p:grpSpPr>
          <a:xfrm>
            <a:off x="716012" y="759582"/>
            <a:ext cx="3556067" cy="4132337"/>
            <a:chOff x="520700" y="759582"/>
            <a:chExt cx="3556067" cy="4132337"/>
          </a:xfrm>
        </p:grpSpPr>
        <p:cxnSp>
          <p:nvCxnSpPr>
            <p:cNvPr id="901" name="Google Shape;901;p276"/>
            <p:cNvCxnSpPr>
              <a:stCxn id="902" idx="6"/>
              <a:endCxn id="903" idx="2"/>
            </p:cNvCxnSpPr>
            <p:nvPr/>
          </p:nvCxnSpPr>
          <p:spPr>
            <a:xfrm rot="10800000" flipH="1">
              <a:off x="2484438" y="969051"/>
              <a:ext cx="936000" cy="1856700"/>
            </a:xfrm>
            <a:prstGeom prst="bentConnector3">
              <a:avLst>
                <a:gd name="adj1" fmla="val 8266"/>
              </a:avLst>
            </a:prstGeom>
            <a:noFill/>
            <a:ln w="12700" cap="flat" cmpd="sng">
              <a:solidFill>
                <a:srgbClr val="D8D8D8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904" name="Google Shape;904;p276"/>
            <p:cNvCxnSpPr>
              <a:stCxn id="902" idx="6"/>
              <a:endCxn id="905" idx="2"/>
            </p:cNvCxnSpPr>
            <p:nvPr/>
          </p:nvCxnSpPr>
          <p:spPr>
            <a:xfrm rot="10800000" flipH="1">
              <a:off x="2484438" y="1588251"/>
              <a:ext cx="936000" cy="1237500"/>
            </a:xfrm>
            <a:prstGeom prst="bentConnector3">
              <a:avLst>
                <a:gd name="adj1" fmla="val 8266"/>
              </a:avLst>
            </a:prstGeom>
            <a:noFill/>
            <a:ln w="12700" cap="flat" cmpd="sng">
              <a:solidFill>
                <a:srgbClr val="D8D8D8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906" name="Google Shape;906;p276"/>
            <p:cNvCxnSpPr>
              <a:stCxn id="902" idx="6"/>
              <a:endCxn id="907" idx="2"/>
            </p:cNvCxnSpPr>
            <p:nvPr/>
          </p:nvCxnSpPr>
          <p:spPr>
            <a:xfrm rot="10800000" flipH="1">
              <a:off x="2484438" y="2206551"/>
              <a:ext cx="936000" cy="619200"/>
            </a:xfrm>
            <a:prstGeom prst="bentConnector3">
              <a:avLst>
                <a:gd name="adj1" fmla="val 8266"/>
              </a:avLst>
            </a:prstGeom>
            <a:noFill/>
            <a:ln w="12700" cap="flat" cmpd="sng">
              <a:solidFill>
                <a:srgbClr val="D8D8D8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908" name="Google Shape;908;p276"/>
            <p:cNvCxnSpPr>
              <a:stCxn id="902" idx="6"/>
              <a:endCxn id="909" idx="2"/>
            </p:cNvCxnSpPr>
            <p:nvPr/>
          </p:nvCxnSpPr>
          <p:spPr>
            <a:xfrm>
              <a:off x="2484438" y="2825751"/>
              <a:ext cx="936000" cy="1856700"/>
            </a:xfrm>
            <a:prstGeom prst="bentConnector3">
              <a:avLst>
                <a:gd name="adj1" fmla="val 8266"/>
              </a:avLst>
            </a:prstGeom>
            <a:noFill/>
            <a:ln w="12700" cap="flat" cmpd="sng">
              <a:solidFill>
                <a:srgbClr val="D8D8D8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910" name="Google Shape;910;p276"/>
            <p:cNvCxnSpPr>
              <a:stCxn id="902" idx="6"/>
              <a:endCxn id="911" idx="2"/>
            </p:cNvCxnSpPr>
            <p:nvPr/>
          </p:nvCxnSpPr>
          <p:spPr>
            <a:xfrm>
              <a:off x="2484438" y="2825751"/>
              <a:ext cx="936000" cy="1237500"/>
            </a:xfrm>
            <a:prstGeom prst="bentConnector3">
              <a:avLst>
                <a:gd name="adj1" fmla="val 8266"/>
              </a:avLst>
            </a:prstGeom>
            <a:noFill/>
            <a:ln w="12700" cap="flat" cmpd="sng">
              <a:solidFill>
                <a:srgbClr val="D8D8D8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912" name="Google Shape;912;p276"/>
            <p:cNvCxnSpPr>
              <a:stCxn id="902" idx="6"/>
              <a:endCxn id="913" idx="2"/>
            </p:cNvCxnSpPr>
            <p:nvPr/>
          </p:nvCxnSpPr>
          <p:spPr>
            <a:xfrm>
              <a:off x="2484438" y="2825750"/>
              <a:ext cx="936000" cy="619200"/>
            </a:xfrm>
            <a:prstGeom prst="bentConnector3">
              <a:avLst>
                <a:gd name="adj1" fmla="val 8266"/>
              </a:avLst>
            </a:prstGeom>
            <a:noFill/>
            <a:ln w="12700" cap="flat" cmpd="sng">
              <a:solidFill>
                <a:srgbClr val="D8D8D8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914" name="Google Shape;914;p276"/>
            <p:cNvCxnSpPr>
              <a:endCxn id="915" idx="2"/>
            </p:cNvCxnSpPr>
            <p:nvPr/>
          </p:nvCxnSpPr>
          <p:spPr>
            <a:xfrm>
              <a:off x="2484306" y="2825752"/>
              <a:ext cx="936000" cy="0"/>
            </a:xfrm>
            <a:prstGeom prst="straightConnector1">
              <a:avLst/>
            </a:prstGeom>
            <a:noFill/>
            <a:ln w="12700" cap="flat" cmpd="sng">
              <a:solidFill>
                <a:srgbClr val="D8D8D8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902" name="Google Shape;902;p276"/>
            <p:cNvSpPr/>
            <p:nvPr/>
          </p:nvSpPr>
          <p:spPr>
            <a:xfrm>
              <a:off x="520700" y="1843088"/>
              <a:ext cx="1963738" cy="1965325"/>
            </a:xfrm>
            <a:prstGeom prst="ellipse">
              <a:avLst/>
            </a:prstGeom>
            <a:solidFill>
              <a:srgbClr val="F2F2F2"/>
            </a:solidFill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5400000" algn="t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endParaRPr sz="1500" b="1" i="1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endParaRPr>
            </a:p>
          </p:txBody>
        </p:sp>
        <p:grpSp>
          <p:nvGrpSpPr>
            <p:cNvPr id="916" name="Google Shape;916;p276"/>
            <p:cNvGrpSpPr/>
            <p:nvPr/>
          </p:nvGrpSpPr>
          <p:grpSpPr>
            <a:xfrm>
              <a:off x="3420306" y="759582"/>
              <a:ext cx="656461" cy="4132337"/>
              <a:chOff x="3522182" y="752447"/>
              <a:chExt cx="656468" cy="4132036"/>
            </a:xfrm>
          </p:grpSpPr>
          <p:grpSp>
            <p:nvGrpSpPr>
              <p:cNvPr id="917" name="Google Shape;917;p276"/>
              <p:cNvGrpSpPr/>
              <p:nvPr/>
            </p:nvGrpSpPr>
            <p:grpSpPr>
              <a:xfrm>
                <a:off x="3522182" y="752447"/>
                <a:ext cx="656468" cy="419144"/>
                <a:chOff x="3522182" y="782927"/>
                <a:chExt cx="656468" cy="419144"/>
              </a:xfrm>
            </p:grpSpPr>
            <p:sp>
              <p:nvSpPr>
                <p:cNvPr id="903" name="Google Shape;903;p276"/>
                <p:cNvSpPr/>
                <p:nvPr/>
              </p:nvSpPr>
              <p:spPr>
                <a:xfrm>
                  <a:off x="3522182" y="934159"/>
                  <a:ext cx="115799" cy="116680"/>
                </a:xfrm>
                <a:prstGeom prst="ellipse">
                  <a:avLst/>
                </a:prstGeom>
                <a:solidFill>
                  <a:srgbClr val="D8D8D8"/>
                </a:solidFill>
                <a:ln w="127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000"/>
                    <a:buFont typeface="Arial"/>
                    <a:buNone/>
                  </a:pPr>
                  <a:endParaRPr sz="2000" b="1" i="1" u="none" strike="noStrike" cap="none">
                    <a:solidFill>
                      <a:schemeClr val="dk1"/>
                    </a:solidFill>
                    <a:latin typeface="Public Sans"/>
                    <a:ea typeface="Public Sans"/>
                    <a:cs typeface="Public Sans"/>
                    <a:sym typeface="Public Sans"/>
                  </a:endParaRPr>
                </a:p>
              </p:txBody>
            </p:sp>
            <p:sp>
              <p:nvSpPr>
                <p:cNvPr id="918" name="Google Shape;918;p276"/>
                <p:cNvSpPr/>
                <p:nvPr/>
              </p:nvSpPr>
              <p:spPr>
                <a:xfrm>
                  <a:off x="3759471" y="782927"/>
                  <a:ext cx="419179" cy="419144"/>
                </a:xfrm>
                <a:prstGeom prst="ellipse">
                  <a:avLst/>
                </a:prstGeom>
                <a:solidFill>
                  <a:schemeClr val="dk2"/>
                </a:solidFill>
                <a:ln w="127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lang="en-US" sz="900" b="1" i="1" u="none" strike="noStrike" cap="none">
                      <a:solidFill>
                        <a:schemeClr val="lt1"/>
                      </a:solidFill>
                      <a:latin typeface="Public Sans"/>
                      <a:ea typeface="Public Sans"/>
                      <a:cs typeface="Public Sans"/>
                      <a:sym typeface="Public Sans"/>
                    </a:rPr>
                    <a:t>1</a:t>
                  </a: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919" name="Google Shape;919;p276"/>
              <p:cNvGrpSpPr/>
              <p:nvPr/>
            </p:nvGrpSpPr>
            <p:grpSpPr>
              <a:xfrm>
                <a:off x="3522182" y="1371527"/>
                <a:ext cx="656467" cy="419144"/>
                <a:chOff x="3522182" y="1395657"/>
                <a:chExt cx="656467" cy="419144"/>
              </a:xfrm>
            </p:grpSpPr>
            <p:sp>
              <p:nvSpPr>
                <p:cNvPr id="905" name="Google Shape;905;p276"/>
                <p:cNvSpPr/>
                <p:nvPr/>
              </p:nvSpPr>
              <p:spPr>
                <a:xfrm>
                  <a:off x="3522182" y="1546889"/>
                  <a:ext cx="115799" cy="116680"/>
                </a:xfrm>
                <a:prstGeom prst="ellipse">
                  <a:avLst/>
                </a:prstGeom>
                <a:solidFill>
                  <a:srgbClr val="D8D8D8"/>
                </a:solidFill>
                <a:ln w="127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000"/>
                    <a:buFont typeface="Arial"/>
                    <a:buNone/>
                  </a:pPr>
                  <a:endParaRPr sz="2000" b="1" i="1" u="none" strike="noStrike" cap="none">
                    <a:solidFill>
                      <a:schemeClr val="dk1"/>
                    </a:solidFill>
                    <a:latin typeface="Public Sans"/>
                    <a:ea typeface="Public Sans"/>
                    <a:cs typeface="Public Sans"/>
                    <a:sym typeface="Public Sans"/>
                  </a:endParaRPr>
                </a:p>
              </p:txBody>
            </p:sp>
            <p:sp>
              <p:nvSpPr>
                <p:cNvPr id="920" name="Google Shape;920;p276"/>
                <p:cNvSpPr/>
                <p:nvPr/>
              </p:nvSpPr>
              <p:spPr>
                <a:xfrm>
                  <a:off x="3759470" y="1395657"/>
                  <a:ext cx="419179" cy="419144"/>
                </a:xfrm>
                <a:prstGeom prst="ellipse">
                  <a:avLst/>
                </a:prstGeom>
                <a:solidFill>
                  <a:schemeClr val="lt2"/>
                </a:solidFill>
                <a:ln w="127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lang="en-US" sz="900" b="1" i="1" u="none" strike="noStrike" cap="none">
                      <a:solidFill>
                        <a:schemeClr val="lt1"/>
                      </a:solidFill>
                      <a:latin typeface="Public Sans"/>
                      <a:ea typeface="Public Sans"/>
                      <a:cs typeface="Public Sans"/>
                      <a:sym typeface="Public Sans"/>
                    </a:rPr>
                    <a:t>2</a:t>
                  </a: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921" name="Google Shape;921;p276"/>
              <p:cNvGrpSpPr/>
              <p:nvPr/>
            </p:nvGrpSpPr>
            <p:grpSpPr>
              <a:xfrm>
                <a:off x="3522182" y="3228607"/>
                <a:ext cx="656467" cy="417878"/>
                <a:chOff x="3522182" y="3233686"/>
                <a:chExt cx="656467" cy="417878"/>
              </a:xfrm>
            </p:grpSpPr>
            <p:sp>
              <p:nvSpPr>
                <p:cNvPr id="913" name="Google Shape;913;p276"/>
                <p:cNvSpPr/>
                <p:nvPr/>
              </p:nvSpPr>
              <p:spPr>
                <a:xfrm>
                  <a:off x="3522182" y="3384730"/>
                  <a:ext cx="115799" cy="115790"/>
                </a:xfrm>
                <a:prstGeom prst="ellipse">
                  <a:avLst/>
                </a:prstGeom>
                <a:solidFill>
                  <a:srgbClr val="D8D8D8"/>
                </a:solidFill>
                <a:ln w="127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000"/>
                    <a:buFont typeface="Arial"/>
                    <a:buNone/>
                  </a:pPr>
                  <a:endParaRPr sz="2000" b="1" i="1" u="none" strike="noStrike" cap="none">
                    <a:solidFill>
                      <a:schemeClr val="dk1"/>
                    </a:solidFill>
                    <a:latin typeface="Public Sans"/>
                    <a:ea typeface="Public Sans"/>
                    <a:cs typeface="Public Sans"/>
                    <a:sym typeface="Public Sans"/>
                  </a:endParaRPr>
                </a:p>
              </p:txBody>
            </p:sp>
            <p:sp>
              <p:nvSpPr>
                <p:cNvPr id="922" name="Google Shape;922;p276"/>
                <p:cNvSpPr/>
                <p:nvPr/>
              </p:nvSpPr>
              <p:spPr>
                <a:xfrm>
                  <a:off x="3759470" y="3233686"/>
                  <a:ext cx="419179" cy="417878"/>
                </a:xfrm>
                <a:prstGeom prst="ellipse">
                  <a:avLst/>
                </a:prstGeom>
                <a:solidFill>
                  <a:schemeClr val="dk2"/>
                </a:solidFill>
                <a:ln w="127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lang="en-US" sz="900" b="1" i="1" u="none" strike="noStrike" cap="none">
                      <a:solidFill>
                        <a:schemeClr val="lt1"/>
                      </a:solidFill>
                      <a:latin typeface="Public Sans"/>
                      <a:ea typeface="Public Sans"/>
                      <a:cs typeface="Public Sans"/>
                      <a:sym typeface="Public Sans"/>
                    </a:rPr>
                    <a:t>5</a:t>
                  </a: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923" name="Google Shape;923;p276"/>
              <p:cNvGrpSpPr/>
              <p:nvPr/>
            </p:nvGrpSpPr>
            <p:grpSpPr>
              <a:xfrm>
                <a:off x="3522182" y="3846259"/>
                <a:ext cx="656467" cy="419144"/>
                <a:chOff x="3522182" y="3844987"/>
                <a:chExt cx="656467" cy="419144"/>
              </a:xfrm>
            </p:grpSpPr>
            <p:sp>
              <p:nvSpPr>
                <p:cNvPr id="911" name="Google Shape;911;p276"/>
                <p:cNvSpPr/>
                <p:nvPr/>
              </p:nvSpPr>
              <p:spPr>
                <a:xfrm>
                  <a:off x="3522182" y="3996218"/>
                  <a:ext cx="115799" cy="116682"/>
                </a:xfrm>
                <a:prstGeom prst="ellipse">
                  <a:avLst/>
                </a:prstGeom>
                <a:solidFill>
                  <a:srgbClr val="D8D8D8"/>
                </a:solidFill>
                <a:ln w="127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000"/>
                    <a:buFont typeface="Arial"/>
                    <a:buNone/>
                  </a:pPr>
                  <a:endParaRPr sz="2000" b="1" i="1" u="none" strike="noStrike" cap="none">
                    <a:solidFill>
                      <a:schemeClr val="dk1"/>
                    </a:solidFill>
                    <a:latin typeface="Public Sans"/>
                    <a:ea typeface="Public Sans"/>
                    <a:cs typeface="Public Sans"/>
                    <a:sym typeface="Public Sans"/>
                  </a:endParaRPr>
                </a:p>
              </p:txBody>
            </p:sp>
            <p:sp>
              <p:nvSpPr>
                <p:cNvPr id="924" name="Google Shape;924;p276"/>
                <p:cNvSpPr/>
                <p:nvPr/>
              </p:nvSpPr>
              <p:spPr>
                <a:xfrm>
                  <a:off x="3759470" y="3844987"/>
                  <a:ext cx="419179" cy="419144"/>
                </a:xfrm>
                <a:prstGeom prst="ellipse">
                  <a:avLst/>
                </a:prstGeom>
                <a:solidFill>
                  <a:schemeClr val="lt2"/>
                </a:solidFill>
                <a:ln w="127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lang="en-US" sz="900" b="1" i="1" u="none" strike="noStrike" cap="none">
                      <a:solidFill>
                        <a:schemeClr val="lt1"/>
                      </a:solidFill>
                      <a:latin typeface="Public Sans"/>
                      <a:ea typeface="Public Sans"/>
                      <a:cs typeface="Public Sans"/>
                      <a:sym typeface="Public Sans"/>
                    </a:rPr>
                    <a:t>6</a:t>
                  </a: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925" name="Google Shape;925;p276"/>
              <p:cNvGrpSpPr/>
              <p:nvPr/>
            </p:nvGrpSpPr>
            <p:grpSpPr>
              <a:xfrm>
                <a:off x="3522182" y="1990447"/>
                <a:ext cx="656467" cy="417878"/>
                <a:chOff x="3522182" y="2008227"/>
                <a:chExt cx="656467" cy="417878"/>
              </a:xfrm>
            </p:grpSpPr>
            <p:sp>
              <p:nvSpPr>
                <p:cNvPr id="907" name="Google Shape;907;p276"/>
                <p:cNvSpPr/>
                <p:nvPr/>
              </p:nvSpPr>
              <p:spPr>
                <a:xfrm>
                  <a:off x="3522182" y="2159271"/>
                  <a:ext cx="115799" cy="115790"/>
                </a:xfrm>
                <a:prstGeom prst="ellipse">
                  <a:avLst/>
                </a:prstGeom>
                <a:solidFill>
                  <a:srgbClr val="D8D8D8"/>
                </a:solidFill>
                <a:ln w="127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000"/>
                    <a:buFont typeface="Arial"/>
                    <a:buNone/>
                  </a:pPr>
                  <a:endParaRPr sz="2000" b="1" i="1" u="none" strike="noStrike" cap="none">
                    <a:solidFill>
                      <a:schemeClr val="dk1"/>
                    </a:solidFill>
                    <a:latin typeface="Public Sans"/>
                    <a:ea typeface="Public Sans"/>
                    <a:cs typeface="Public Sans"/>
                    <a:sym typeface="Public Sans"/>
                  </a:endParaRPr>
                </a:p>
              </p:txBody>
            </p:sp>
            <p:sp>
              <p:nvSpPr>
                <p:cNvPr id="926" name="Google Shape;926;p276"/>
                <p:cNvSpPr/>
                <p:nvPr/>
              </p:nvSpPr>
              <p:spPr>
                <a:xfrm>
                  <a:off x="3759470" y="2008227"/>
                  <a:ext cx="419179" cy="417878"/>
                </a:xfrm>
                <a:prstGeom prst="ellipse">
                  <a:avLst/>
                </a:prstGeom>
                <a:solidFill>
                  <a:schemeClr val="dk2"/>
                </a:solidFill>
                <a:ln w="127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lang="en-US" sz="900" b="1" i="1" u="none" strike="noStrike" cap="none">
                      <a:solidFill>
                        <a:schemeClr val="lt1"/>
                      </a:solidFill>
                      <a:latin typeface="Public Sans"/>
                      <a:ea typeface="Public Sans"/>
                      <a:cs typeface="Public Sans"/>
                      <a:sym typeface="Public Sans"/>
                    </a:rPr>
                    <a:t>3</a:t>
                  </a: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927" name="Google Shape;927;p276"/>
              <p:cNvGrpSpPr/>
              <p:nvPr/>
            </p:nvGrpSpPr>
            <p:grpSpPr>
              <a:xfrm>
                <a:off x="3522182" y="2609527"/>
                <a:ext cx="656467" cy="417878"/>
                <a:chOff x="3522182" y="2620957"/>
                <a:chExt cx="656467" cy="417878"/>
              </a:xfrm>
            </p:grpSpPr>
            <p:sp>
              <p:nvSpPr>
                <p:cNvPr id="915" name="Google Shape;915;p276"/>
                <p:cNvSpPr/>
                <p:nvPr/>
              </p:nvSpPr>
              <p:spPr>
                <a:xfrm>
                  <a:off x="3522182" y="2772001"/>
                  <a:ext cx="115799" cy="115790"/>
                </a:xfrm>
                <a:prstGeom prst="ellipse">
                  <a:avLst/>
                </a:prstGeom>
                <a:solidFill>
                  <a:srgbClr val="D8D8D8"/>
                </a:solidFill>
                <a:ln w="127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000"/>
                    <a:buFont typeface="Arial"/>
                    <a:buNone/>
                  </a:pPr>
                  <a:endParaRPr sz="2000" b="1" i="1" u="none" strike="noStrike" cap="none">
                    <a:solidFill>
                      <a:schemeClr val="dk1"/>
                    </a:solidFill>
                    <a:latin typeface="Public Sans"/>
                    <a:ea typeface="Public Sans"/>
                    <a:cs typeface="Public Sans"/>
                    <a:sym typeface="Public Sans"/>
                  </a:endParaRPr>
                </a:p>
              </p:txBody>
            </p:sp>
            <p:sp>
              <p:nvSpPr>
                <p:cNvPr id="928" name="Google Shape;928;p276"/>
                <p:cNvSpPr/>
                <p:nvPr/>
              </p:nvSpPr>
              <p:spPr>
                <a:xfrm>
                  <a:off x="3759470" y="2620957"/>
                  <a:ext cx="419179" cy="417878"/>
                </a:xfrm>
                <a:prstGeom prst="ellipse">
                  <a:avLst/>
                </a:prstGeom>
                <a:solidFill>
                  <a:schemeClr val="lt2"/>
                </a:solidFill>
                <a:ln w="127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lang="en-US" sz="900" b="1" i="1" u="none" strike="noStrike" cap="none">
                      <a:solidFill>
                        <a:schemeClr val="lt1"/>
                      </a:solidFill>
                      <a:latin typeface="Public Sans"/>
                      <a:ea typeface="Public Sans"/>
                      <a:cs typeface="Public Sans"/>
                      <a:sym typeface="Public Sans"/>
                    </a:rPr>
                    <a:t>4</a:t>
                  </a: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929" name="Google Shape;929;p276"/>
              <p:cNvGrpSpPr/>
              <p:nvPr/>
            </p:nvGrpSpPr>
            <p:grpSpPr>
              <a:xfrm>
                <a:off x="3522182" y="4465339"/>
                <a:ext cx="656467" cy="419144"/>
                <a:chOff x="3522182" y="4457719"/>
                <a:chExt cx="656467" cy="419144"/>
              </a:xfrm>
            </p:grpSpPr>
            <p:sp>
              <p:nvSpPr>
                <p:cNvPr id="909" name="Google Shape;909;p276"/>
                <p:cNvSpPr/>
                <p:nvPr/>
              </p:nvSpPr>
              <p:spPr>
                <a:xfrm>
                  <a:off x="3522182" y="4608950"/>
                  <a:ext cx="115799" cy="116682"/>
                </a:xfrm>
                <a:prstGeom prst="ellipse">
                  <a:avLst/>
                </a:prstGeom>
                <a:solidFill>
                  <a:srgbClr val="D8D8D8"/>
                </a:solidFill>
                <a:ln w="127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000"/>
                    <a:buFont typeface="Arial"/>
                    <a:buNone/>
                  </a:pPr>
                  <a:endParaRPr sz="2000" b="1" i="1" u="none" strike="noStrike" cap="none">
                    <a:solidFill>
                      <a:schemeClr val="dk1"/>
                    </a:solidFill>
                    <a:latin typeface="Public Sans"/>
                    <a:ea typeface="Public Sans"/>
                    <a:cs typeface="Public Sans"/>
                    <a:sym typeface="Public Sans"/>
                  </a:endParaRPr>
                </a:p>
              </p:txBody>
            </p:sp>
            <p:sp>
              <p:nvSpPr>
                <p:cNvPr id="930" name="Google Shape;930;p276"/>
                <p:cNvSpPr/>
                <p:nvPr/>
              </p:nvSpPr>
              <p:spPr>
                <a:xfrm>
                  <a:off x="3759470" y="4457719"/>
                  <a:ext cx="419179" cy="419144"/>
                </a:xfrm>
                <a:prstGeom prst="ellipse">
                  <a:avLst/>
                </a:prstGeom>
                <a:solidFill>
                  <a:schemeClr val="dk2"/>
                </a:solidFill>
                <a:ln w="127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lang="en-US" sz="900" b="1" i="1" u="none" strike="noStrike" cap="none">
                      <a:solidFill>
                        <a:schemeClr val="lt1"/>
                      </a:solidFill>
                      <a:latin typeface="Public Sans"/>
                      <a:ea typeface="Public Sans"/>
                      <a:cs typeface="Public Sans"/>
                      <a:sym typeface="Public Sans"/>
                    </a:rPr>
                    <a:t>7</a:t>
                  </a: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sp>
        <p:nvSpPr>
          <p:cNvPr id="931" name="Google Shape;931;p276"/>
          <p:cNvSpPr txBox="1">
            <a:spLocks noGrp="1"/>
          </p:cNvSpPr>
          <p:nvPr>
            <p:ph type="body" idx="1"/>
          </p:nvPr>
        </p:nvSpPr>
        <p:spPr>
          <a:xfrm>
            <a:off x="840506" y="2665719"/>
            <a:ext cx="1714750" cy="32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32" name="Google Shape;932;p276"/>
          <p:cNvSpPr txBox="1">
            <a:spLocks noGrp="1"/>
          </p:cNvSpPr>
          <p:nvPr>
            <p:ph type="body" idx="2"/>
          </p:nvPr>
        </p:nvSpPr>
        <p:spPr>
          <a:xfrm>
            <a:off x="4414166" y="1427958"/>
            <a:ext cx="4206055" cy="32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33" name="Google Shape;933;p276"/>
          <p:cNvSpPr txBox="1">
            <a:spLocks noGrp="1"/>
          </p:cNvSpPr>
          <p:nvPr>
            <p:ph type="body" idx="3"/>
          </p:nvPr>
        </p:nvSpPr>
        <p:spPr>
          <a:xfrm>
            <a:off x="4414166" y="2665678"/>
            <a:ext cx="4206055" cy="32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34" name="Google Shape;934;p276"/>
          <p:cNvSpPr txBox="1">
            <a:spLocks noGrp="1"/>
          </p:cNvSpPr>
          <p:nvPr>
            <p:ph type="body" idx="4"/>
          </p:nvPr>
        </p:nvSpPr>
        <p:spPr>
          <a:xfrm>
            <a:off x="4414166" y="3903398"/>
            <a:ext cx="4206055" cy="32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35" name="Google Shape;935;p276"/>
          <p:cNvSpPr txBox="1">
            <a:spLocks noGrp="1"/>
          </p:cNvSpPr>
          <p:nvPr>
            <p:ph type="body" idx="5"/>
          </p:nvPr>
        </p:nvSpPr>
        <p:spPr>
          <a:xfrm>
            <a:off x="4414166" y="809098"/>
            <a:ext cx="4206055" cy="32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36" name="Google Shape;936;p276"/>
          <p:cNvSpPr txBox="1">
            <a:spLocks noGrp="1"/>
          </p:cNvSpPr>
          <p:nvPr>
            <p:ph type="body" idx="6"/>
          </p:nvPr>
        </p:nvSpPr>
        <p:spPr>
          <a:xfrm>
            <a:off x="4414166" y="2046818"/>
            <a:ext cx="4206055" cy="32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37" name="Google Shape;937;p276"/>
          <p:cNvSpPr txBox="1">
            <a:spLocks noGrp="1"/>
          </p:cNvSpPr>
          <p:nvPr>
            <p:ph type="body" idx="7"/>
          </p:nvPr>
        </p:nvSpPr>
        <p:spPr>
          <a:xfrm>
            <a:off x="4414166" y="3284538"/>
            <a:ext cx="4206055" cy="32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38" name="Google Shape;938;p276"/>
          <p:cNvSpPr txBox="1">
            <a:spLocks noGrp="1"/>
          </p:cNvSpPr>
          <p:nvPr>
            <p:ph type="body" idx="8"/>
          </p:nvPr>
        </p:nvSpPr>
        <p:spPr>
          <a:xfrm>
            <a:off x="4414166" y="4522260"/>
            <a:ext cx="4206055" cy="32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1_Section title and description 10">
    <p:spTree>
      <p:nvGrpSpPr>
        <p:cNvPr id="1" name="Shape 9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0" name="Google Shape;940;p277"/>
          <p:cNvSpPr/>
          <p:nvPr/>
        </p:nvSpPr>
        <p:spPr>
          <a:xfrm>
            <a:off x="0" y="1"/>
            <a:ext cx="9143999" cy="5143499"/>
          </a:xfrm>
          <a:prstGeom prst="rect">
            <a:avLst/>
          </a:prstGeom>
          <a:solidFill>
            <a:srgbClr val="F2F2F2">
              <a:alpha val="94117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Calibri"/>
              <a:buNone/>
            </a:pPr>
            <a:endParaRPr sz="1050" b="1" i="0" u="none" strike="noStrike" cap="none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pic>
        <p:nvPicPr>
          <p:cNvPr id="941" name="Google Shape;941;p277" descr="Shape&#10;&#10;Description automatically generated with low confidenc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3990" cy="5143494"/>
          </a:xfrm>
          <a:prstGeom prst="rect">
            <a:avLst/>
          </a:prstGeom>
          <a:noFill/>
          <a:ln>
            <a:noFill/>
          </a:ln>
        </p:spPr>
      </p:pic>
      <p:sp>
        <p:nvSpPr>
          <p:cNvPr id="942" name="Google Shape;942;p277"/>
          <p:cNvSpPr txBox="1">
            <a:spLocks noGrp="1"/>
          </p:cNvSpPr>
          <p:nvPr>
            <p:ph type="title"/>
          </p:nvPr>
        </p:nvSpPr>
        <p:spPr>
          <a:xfrm>
            <a:off x="135731" y="202405"/>
            <a:ext cx="7886700" cy="344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366A"/>
              </a:buClr>
              <a:buSzPts val="1700"/>
              <a:buFont typeface="Public Sans"/>
              <a:buNone/>
              <a:defRPr sz="1700" b="1" i="0" u="none" strike="noStrike" cap="none">
                <a:solidFill>
                  <a:srgbClr val="22366A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43" name="Google Shape;943;p277"/>
          <p:cNvSpPr/>
          <p:nvPr/>
        </p:nvSpPr>
        <p:spPr>
          <a:xfrm>
            <a:off x="0" y="202405"/>
            <a:ext cx="135731" cy="344091"/>
          </a:xfrm>
          <a:prstGeom prst="rect">
            <a:avLst/>
          </a:prstGeom>
          <a:solidFill>
            <a:srgbClr val="22366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44" name="Google Shape;944;p277"/>
          <p:cNvGrpSpPr/>
          <p:nvPr/>
        </p:nvGrpSpPr>
        <p:grpSpPr>
          <a:xfrm>
            <a:off x="716012" y="759582"/>
            <a:ext cx="3556067" cy="4132337"/>
            <a:chOff x="520700" y="759582"/>
            <a:chExt cx="3556067" cy="4132337"/>
          </a:xfrm>
        </p:grpSpPr>
        <p:cxnSp>
          <p:nvCxnSpPr>
            <p:cNvPr id="945" name="Google Shape;945;p277"/>
            <p:cNvCxnSpPr>
              <a:stCxn id="946" idx="6"/>
              <a:endCxn id="947" idx="2"/>
            </p:cNvCxnSpPr>
            <p:nvPr/>
          </p:nvCxnSpPr>
          <p:spPr>
            <a:xfrm rot="10800000" flipH="1">
              <a:off x="2484438" y="969051"/>
              <a:ext cx="936000" cy="1856700"/>
            </a:xfrm>
            <a:prstGeom prst="bentConnector3">
              <a:avLst>
                <a:gd name="adj1" fmla="val 8266"/>
              </a:avLst>
            </a:prstGeom>
            <a:noFill/>
            <a:ln w="12700" cap="flat" cmpd="sng">
              <a:solidFill>
                <a:srgbClr val="D8D8D8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948" name="Google Shape;948;p277"/>
            <p:cNvCxnSpPr>
              <a:stCxn id="946" idx="6"/>
              <a:endCxn id="949" idx="2"/>
            </p:cNvCxnSpPr>
            <p:nvPr/>
          </p:nvCxnSpPr>
          <p:spPr>
            <a:xfrm rot="10800000" flipH="1">
              <a:off x="2484438" y="1588251"/>
              <a:ext cx="936000" cy="1237500"/>
            </a:xfrm>
            <a:prstGeom prst="bentConnector3">
              <a:avLst>
                <a:gd name="adj1" fmla="val 8266"/>
              </a:avLst>
            </a:prstGeom>
            <a:noFill/>
            <a:ln w="12700" cap="flat" cmpd="sng">
              <a:solidFill>
                <a:srgbClr val="D8D8D8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950" name="Google Shape;950;p277"/>
            <p:cNvCxnSpPr>
              <a:stCxn id="946" idx="6"/>
              <a:endCxn id="951" idx="2"/>
            </p:cNvCxnSpPr>
            <p:nvPr/>
          </p:nvCxnSpPr>
          <p:spPr>
            <a:xfrm rot="10800000" flipH="1">
              <a:off x="2484438" y="2206551"/>
              <a:ext cx="936000" cy="619200"/>
            </a:xfrm>
            <a:prstGeom prst="bentConnector3">
              <a:avLst>
                <a:gd name="adj1" fmla="val 8266"/>
              </a:avLst>
            </a:prstGeom>
            <a:noFill/>
            <a:ln w="12700" cap="flat" cmpd="sng">
              <a:solidFill>
                <a:srgbClr val="D8D8D8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952" name="Google Shape;952;p277"/>
            <p:cNvCxnSpPr>
              <a:stCxn id="946" idx="6"/>
              <a:endCxn id="953" idx="2"/>
            </p:cNvCxnSpPr>
            <p:nvPr/>
          </p:nvCxnSpPr>
          <p:spPr>
            <a:xfrm>
              <a:off x="2484438" y="2825751"/>
              <a:ext cx="936000" cy="1856700"/>
            </a:xfrm>
            <a:prstGeom prst="bentConnector3">
              <a:avLst>
                <a:gd name="adj1" fmla="val 8266"/>
              </a:avLst>
            </a:prstGeom>
            <a:noFill/>
            <a:ln w="12700" cap="flat" cmpd="sng">
              <a:solidFill>
                <a:srgbClr val="D8D8D8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954" name="Google Shape;954;p277"/>
            <p:cNvCxnSpPr>
              <a:stCxn id="946" idx="6"/>
              <a:endCxn id="955" idx="2"/>
            </p:cNvCxnSpPr>
            <p:nvPr/>
          </p:nvCxnSpPr>
          <p:spPr>
            <a:xfrm>
              <a:off x="2484438" y="2825751"/>
              <a:ext cx="936000" cy="1237500"/>
            </a:xfrm>
            <a:prstGeom prst="bentConnector3">
              <a:avLst>
                <a:gd name="adj1" fmla="val 8266"/>
              </a:avLst>
            </a:prstGeom>
            <a:noFill/>
            <a:ln w="12700" cap="flat" cmpd="sng">
              <a:solidFill>
                <a:srgbClr val="D8D8D8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956" name="Google Shape;956;p277"/>
            <p:cNvCxnSpPr>
              <a:stCxn id="946" idx="6"/>
              <a:endCxn id="957" idx="2"/>
            </p:cNvCxnSpPr>
            <p:nvPr/>
          </p:nvCxnSpPr>
          <p:spPr>
            <a:xfrm>
              <a:off x="2484438" y="2825750"/>
              <a:ext cx="936000" cy="619200"/>
            </a:xfrm>
            <a:prstGeom prst="bentConnector3">
              <a:avLst>
                <a:gd name="adj1" fmla="val 8266"/>
              </a:avLst>
            </a:prstGeom>
            <a:noFill/>
            <a:ln w="12700" cap="flat" cmpd="sng">
              <a:solidFill>
                <a:srgbClr val="D8D8D8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958" name="Google Shape;958;p277"/>
            <p:cNvCxnSpPr>
              <a:endCxn id="959" idx="2"/>
            </p:cNvCxnSpPr>
            <p:nvPr/>
          </p:nvCxnSpPr>
          <p:spPr>
            <a:xfrm>
              <a:off x="2484306" y="2825752"/>
              <a:ext cx="936000" cy="0"/>
            </a:xfrm>
            <a:prstGeom prst="straightConnector1">
              <a:avLst/>
            </a:prstGeom>
            <a:noFill/>
            <a:ln w="12700" cap="flat" cmpd="sng">
              <a:solidFill>
                <a:srgbClr val="D8D8D8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946" name="Google Shape;946;p277"/>
            <p:cNvSpPr/>
            <p:nvPr/>
          </p:nvSpPr>
          <p:spPr>
            <a:xfrm>
              <a:off x="520700" y="1843088"/>
              <a:ext cx="1963738" cy="1965325"/>
            </a:xfrm>
            <a:prstGeom prst="ellipse">
              <a:avLst/>
            </a:prstGeom>
            <a:solidFill>
              <a:srgbClr val="F2F2F2"/>
            </a:solidFill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5400000" algn="t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endParaRPr sz="1500" b="1" i="1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endParaRPr>
            </a:p>
          </p:txBody>
        </p:sp>
        <p:grpSp>
          <p:nvGrpSpPr>
            <p:cNvPr id="960" name="Google Shape;960;p277"/>
            <p:cNvGrpSpPr/>
            <p:nvPr/>
          </p:nvGrpSpPr>
          <p:grpSpPr>
            <a:xfrm>
              <a:off x="3420306" y="759582"/>
              <a:ext cx="656461" cy="4132337"/>
              <a:chOff x="3522182" y="752447"/>
              <a:chExt cx="656468" cy="4132036"/>
            </a:xfrm>
          </p:grpSpPr>
          <p:grpSp>
            <p:nvGrpSpPr>
              <p:cNvPr id="961" name="Google Shape;961;p277"/>
              <p:cNvGrpSpPr/>
              <p:nvPr/>
            </p:nvGrpSpPr>
            <p:grpSpPr>
              <a:xfrm>
                <a:off x="3522182" y="752447"/>
                <a:ext cx="656468" cy="419144"/>
                <a:chOff x="3522182" y="782927"/>
                <a:chExt cx="656468" cy="419144"/>
              </a:xfrm>
            </p:grpSpPr>
            <p:sp>
              <p:nvSpPr>
                <p:cNvPr id="947" name="Google Shape;947;p277"/>
                <p:cNvSpPr/>
                <p:nvPr/>
              </p:nvSpPr>
              <p:spPr>
                <a:xfrm>
                  <a:off x="3522182" y="934159"/>
                  <a:ext cx="115799" cy="116680"/>
                </a:xfrm>
                <a:prstGeom prst="ellipse">
                  <a:avLst/>
                </a:prstGeom>
                <a:solidFill>
                  <a:srgbClr val="D8D8D8"/>
                </a:solidFill>
                <a:ln w="127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000"/>
                    <a:buFont typeface="Arial"/>
                    <a:buNone/>
                  </a:pPr>
                  <a:endParaRPr sz="2000" b="1" i="1" u="none" strike="noStrike" cap="none">
                    <a:solidFill>
                      <a:schemeClr val="dk1"/>
                    </a:solidFill>
                    <a:latin typeface="Public Sans"/>
                    <a:ea typeface="Public Sans"/>
                    <a:cs typeface="Public Sans"/>
                    <a:sym typeface="Public Sans"/>
                  </a:endParaRPr>
                </a:p>
              </p:txBody>
            </p:sp>
            <p:sp>
              <p:nvSpPr>
                <p:cNvPr id="962" name="Google Shape;962;p277"/>
                <p:cNvSpPr/>
                <p:nvPr/>
              </p:nvSpPr>
              <p:spPr>
                <a:xfrm>
                  <a:off x="3759471" y="782927"/>
                  <a:ext cx="419179" cy="419144"/>
                </a:xfrm>
                <a:prstGeom prst="ellipse">
                  <a:avLst/>
                </a:prstGeom>
                <a:solidFill>
                  <a:schemeClr val="dk2"/>
                </a:solidFill>
                <a:ln w="127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lang="en-US" sz="900" b="1" i="1" u="none" strike="noStrike" cap="none">
                      <a:solidFill>
                        <a:schemeClr val="lt1"/>
                      </a:solidFill>
                      <a:latin typeface="Public Sans"/>
                      <a:ea typeface="Public Sans"/>
                      <a:cs typeface="Public Sans"/>
                      <a:sym typeface="Public Sans"/>
                    </a:rPr>
                    <a:t>1</a:t>
                  </a: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963" name="Google Shape;963;p277"/>
              <p:cNvGrpSpPr/>
              <p:nvPr/>
            </p:nvGrpSpPr>
            <p:grpSpPr>
              <a:xfrm>
                <a:off x="3522182" y="1371527"/>
                <a:ext cx="656467" cy="419144"/>
                <a:chOff x="3522182" y="1395657"/>
                <a:chExt cx="656467" cy="419144"/>
              </a:xfrm>
            </p:grpSpPr>
            <p:sp>
              <p:nvSpPr>
                <p:cNvPr id="949" name="Google Shape;949;p277"/>
                <p:cNvSpPr/>
                <p:nvPr/>
              </p:nvSpPr>
              <p:spPr>
                <a:xfrm>
                  <a:off x="3522182" y="1546889"/>
                  <a:ext cx="115799" cy="116680"/>
                </a:xfrm>
                <a:prstGeom prst="ellipse">
                  <a:avLst/>
                </a:prstGeom>
                <a:solidFill>
                  <a:srgbClr val="D8D8D8"/>
                </a:solidFill>
                <a:ln w="127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000"/>
                    <a:buFont typeface="Arial"/>
                    <a:buNone/>
                  </a:pPr>
                  <a:endParaRPr sz="2000" b="1" i="1" u="none" strike="noStrike" cap="none">
                    <a:solidFill>
                      <a:schemeClr val="dk1"/>
                    </a:solidFill>
                    <a:latin typeface="Public Sans"/>
                    <a:ea typeface="Public Sans"/>
                    <a:cs typeface="Public Sans"/>
                    <a:sym typeface="Public Sans"/>
                  </a:endParaRPr>
                </a:p>
              </p:txBody>
            </p:sp>
            <p:sp>
              <p:nvSpPr>
                <p:cNvPr id="964" name="Google Shape;964;p277"/>
                <p:cNvSpPr/>
                <p:nvPr/>
              </p:nvSpPr>
              <p:spPr>
                <a:xfrm>
                  <a:off x="3759470" y="1395657"/>
                  <a:ext cx="419179" cy="419144"/>
                </a:xfrm>
                <a:prstGeom prst="ellipse">
                  <a:avLst/>
                </a:prstGeom>
                <a:solidFill>
                  <a:schemeClr val="accent1"/>
                </a:solidFill>
                <a:ln w="127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lang="en-US" sz="900" b="1" i="1" u="none" strike="noStrike" cap="none">
                      <a:solidFill>
                        <a:schemeClr val="lt1"/>
                      </a:solidFill>
                      <a:latin typeface="Public Sans"/>
                      <a:ea typeface="Public Sans"/>
                      <a:cs typeface="Public Sans"/>
                      <a:sym typeface="Public Sans"/>
                    </a:rPr>
                    <a:t>2</a:t>
                  </a: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965" name="Google Shape;965;p277"/>
              <p:cNvGrpSpPr/>
              <p:nvPr/>
            </p:nvGrpSpPr>
            <p:grpSpPr>
              <a:xfrm>
                <a:off x="3522182" y="3228607"/>
                <a:ext cx="656467" cy="417878"/>
                <a:chOff x="3522182" y="3233686"/>
                <a:chExt cx="656467" cy="417878"/>
              </a:xfrm>
            </p:grpSpPr>
            <p:sp>
              <p:nvSpPr>
                <p:cNvPr id="957" name="Google Shape;957;p277"/>
                <p:cNvSpPr/>
                <p:nvPr/>
              </p:nvSpPr>
              <p:spPr>
                <a:xfrm>
                  <a:off x="3522182" y="3384730"/>
                  <a:ext cx="115799" cy="115790"/>
                </a:xfrm>
                <a:prstGeom prst="ellipse">
                  <a:avLst/>
                </a:prstGeom>
                <a:solidFill>
                  <a:srgbClr val="D8D8D8"/>
                </a:solidFill>
                <a:ln w="127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000"/>
                    <a:buFont typeface="Arial"/>
                    <a:buNone/>
                  </a:pPr>
                  <a:endParaRPr sz="2000" b="1" i="1" u="none" strike="noStrike" cap="none">
                    <a:solidFill>
                      <a:schemeClr val="dk1"/>
                    </a:solidFill>
                    <a:latin typeface="Public Sans"/>
                    <a:ea typeface="Public Sans"/>
                    <a:cs typeface="Public Sans"/>
                    <a:sym typeface="Public Sans"/>
                  </a:endParaRPr>
                </a:p>
              </p:txBody>
            </p:sp>
            <p:sp>
              <p:nvSpPr>
                <p:cNvPr id="966" name="Google Shape;966;p277"/>
                <p:cNvSpPr/>
                <p:nvPr/>
              </p:nvSpPr>
              <p:spPr>
                <a:xfrm>
                  <a:off x="3759470" y="3233686"/>
                  <a:ext cx="419179" cy="417878"/>
                </a:xfrm>
                <a:prstGeom prst="ellipse">
                  <a:avLst/>
                </a:prstGeom>
                <a:solidFill>
                  <a:schemeClr val="dk2"/>
                </a:solidFill>
                <a:ln w="127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lang="en-US" sz="900" b="1" i="1" u="none" strike="noStrike" cap="none">
                      <a:solidFill>
                        <a:schemeClr val="lt1"/>
                      </a:solidFill>
                      <a:latin typeface="Public Sans"/>
                      <a:ea typeface="Public Sans"/>
                      <a:cs typeface="Public Sans"/>
                      <a:sym typeface="Public Sans"/>
                    </a:rPr>
                    <a:t>5</a:t>
                  </a: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967" name="Google Shape;967;p277"/>
              <p:cNvGrpSpPr/>
              <p:nvPr/>
            </p:nvGrpSpPr>
            <p:grpSpPr>
              <a:xfrm>
                <a:off x="3522182" y="3846259"/>
                <a:ext cx="656467" cy="419144"/>
                <a:chOff x="3522182" y="3844987"/>
                <a:chExt cx="656467" cy="419144"/>
              </a:xfrm>
            </p:grpSpPr>
            <p:sp>
              <p:nvSpPr>
                <p:cNvPr id="955" name="Google Shape;955;p277"/>
                <p:cNvSpPr/>
                <p:nvPr/>
              </p:nvSpPr>
              <p:spPr>
                <a:xfrm>
                  <a:off x="3522182" y="3996218"/>
                  <a:ext cx="115799" cy="116682"/>
                </a:xfrm>
                <a:prstGeom prst="ellipse">
                  <a:avLst/>
                </a:prstGeom>
                <a:solidFill>
                  <a:srgbClr val="D8D8D8"/>
                </a:solidFill>
                <a:ln w="127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000"/>
                    <a:buFont typeface="Arial"/>
                    <a:buNone/>
                  </a:pPr>
                  <a:endParaRPr sz="2000" b="1" i="1" u="none" strike="noStrike" cap="none">
                    <a:solidFill>
                      <a:schemeClr val="dk1"/>
                    </a:solidFill>
                    <a:latin typeface="Public Sans"/>
                    <a:ea typeface="Public Sans"/>
                    <a:cs typeface="Public Sans"/>
                    <a:sym typeface="Public Sans"/>
                  </a:endParaRPr>
                </a:p>
              </p:txBody>
            </p:sp>
            <p:sp>
              <p:nvSpPr>
                <p:cNvPr id="968" name="Google Shape;968;p277"/>
                <p:cNvSpPr/>
                <p:nvPr/>
              </p:nvSpPr>
              <p:spPr>
                <a:xfrm>
                  <a:off x="3759470" y="3844987"/>
                  <a:ext cx="419179" cy="419144"/>
                </a:xfrm>
                <a:prstGeom prst="ellipse">
                  <a:avLst/>
                </a:prstGeom>
                <a:solidFill>
                  <a:schemeClr val="accent1"/>
                </a:solidFill>
                <a:ln w="127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lang="en-US" sz="900" b="1" i="1" u="none" strike="noStrike" cap="none">
                      <a:solidFill>
                        <a:schemeClr val="lt1"/>
                      </a:solidFill>
                      <a:latin typeface="Public Sans"/>
                      <a:ea typeface="Public Sans"/>
                      <a:cs typeface="Public Sans"/>
                      <a:sym typeface="Public Sans"/>
                    </a:rPr>
                    <a:t>6</a:t>
                  </a: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969" name="Google Shape;969;p277"/>
              <p:cNvGrpSpPr/>
              <p:nvPr/>
            </p:nvGrpSpPr>
            <p:grpSpPr>
              <a:xfrm>
                <a:off x="3522182" y="1990447"/>
                <a:ext cx="656467" cy="417878"/>
                <a:chOff x="3522182" y="2008227"/>
                <a:chExt cx="656467" cy="417878"/>
              </a:xfrm>
            </p:grpSpPr>
            <p:sp>
              <p:nvSpPr>
                <p:cNvPr id="951" name="Google Shape;951;p277"/>
                <p:cNvSpPr/>
                <p:nvPr/>
              </p:nvSpPr>
              <p:spPr>
                <a:xfrm>
                  <a:off x="3522182" y="2159271"/>
                  <a:ext cx="115799" cy="115790"/>
                </a:xfrm>
                <a:prstGeom prst="ellipse">
                  <a:avLst/>
                </a:prstGeom>
                <a:solidFill>
                  <a:srgbClr val="D8D8D8"/>
                </a:solidFill>
                <a:ln w="127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000"/>
                    <a:buFont typeface="Arial"/>
                    <a:buNone/>
                  </a:pPr>
                  <a:endParaRPr sz="2000" b="1" i="1" u="none" strike="noStrike" cap="none">
                    <a:solidFill>
                      <a:schemeClr val="dk1"/>
                    </a:solidFill>
                    <a:latin typeface="Public Sans"/>
                    <a:ea typeface="Public Sans"/>
                    <a:cs typeface="Public Sans"/>
                    <a:sym typeface="Public Sans"/>
                  </a:endParaRPr>
                </a:p>
              </p:txBody>
            </p:sp>
            <p:sp>
              <p:nvSpPr>
                <p:cNvPr id="970" name="Google Shape;970;p277"/>
                <p:cNvSpPr/>
                <p:nvPr/>
              </p:nvSpPr>
              <p:spPr>
                <a:xfrm>
                  <a:off x="3759470" y="2008227"/>
                  <a:ext cx="419179" cy="417878"/>
                </a:xfrm>
                <a:prstGeom prst="ellipse">
                  <a:avLst/>
                </a:prstGeom>
                <a:solidFill>
                  <a:schemeClr val="dk2"/>
                </a:solidFill>
                <a:ln w="127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lang="en-US" sz="900" b="1" i="1" u="none" strike="noStrike" cap="none">
                      <a:solidFill>
                        <a:schemeClr val="lt1"/>
                      </a:solidFill>
                      <a:latin typeface="Public Sans"/>
                      <a:ea typeface="Public Sans"/>
                      <a:cs typeface="Public Sans"/>
                      <a:sym typeface="Public Sans"/>
                    </a:rPr>
                    <a:t>3</a:t>
                  </a: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971" name="Google Shape;971;p277"/>
              <p:cNvGrpSpPr/>
              <p:nvPr/>
            </p:nvGrpSpPr>
            <p:grpSpPr>
              <a:xfrm>
                <a:off x="3522182" y="2609527"/>
                <a:ext cx="656467" cy="417878"/>
                <a:chOff x="3522182" y="2620957"/>
                <a:chExt cx="656467" cy="417878"/>
              </a:xfrm>
            </p:grpSpPr>
            <p:sp>
              <p:nvSpPr>
                <p:cNvPr id="959" name="Google Shape;959;p277"/>
                <p:cNvSpPr/>
                <p:nvPr/>
              </p:nvSpPr>
              <p:spPr>
                <a:xfrm>
                  <a:off x="3522182" y="2772001"/>
                  <a:ext cx="115799" cy="115790"/>
                </a:xfrm>
                <a:prstGeom prst="ellipse">
                  <a:avLst/>
                </a:prstGeom>
                <a:solidFill>
                  <a:srgbClr val="D8D8D8"/>
                </a:solidFill>
                <a:ln w="127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000"/>
                    <a:buFont typeface="Arial"/>
                    <a:buNone/>
                  </a:pPr>
                  <a:endParaRPr sz="2000" b="1" i="1" u="none" strike="noStrike" cap="none">
                    <a:solidFill>
                      <a:schemeClr val="dk1"/>
                    </a:solidFill>
                    <a:latin typeface="Public Sans"/>
                    <a:ea typeface="Public Sans"/>
                    <a:cs typeface="Public Sans"/>
                    <a:sym typeface="Public Sans"/>
                  </a:endParaRPr>
                </a:p>
              </p:txBody>
            </p:sp>
            <p:sp>
              <p:nvSpPr>
                <p:cNvPr id="972" name="Google Shape;972;p277"/>
                <p:cNvSpPr/>
                <p:nvPr/>
              </p:nvSpPr>
              <p:spPr>
                <a:xfrm>
                  <a:off x="3759470" y="2620957"/>
                  <a:ext cx="419179" cy="417878"/>
                </a:xfrm>
                <a:prstGeom prst="ellipse">
                  <a:avLst/>
                </a:prstGeom>
                <a:solidFill>
                  <a:schemeClr val="accent1"/>
                </a:solidFill>
                <a:ln w="127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lang="en-US" sz="900" b="1" i="1" u="none" strike="noStrike" cap="none">
                      <a:solidFill>
                        <a:schemeClr val="lt1"/>
                      </a:solidFill>
                      <a:latin typeface="Public Sans"/>
                      <a:ea typeface="Public Sans"/>
                      <a:cs typeface="Public Sans"/>
                      <a:sym typeface="Public Sans"/>
                    </a:rPr>
                    <a:t>4</a:t>
                  </a: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973" name="Google Shape;973;p277"/>
              <p:cNvGrpSpPr/>
              <p:nvPr/>
            </p:nvGrpSpPr>
            <p:grpSpPr>
              <a:xfrm>
                <a:off x="3522182" y="4465339"/>
                <a:ext cx="656467" cy="419144"/>
                <a:chOff x="3522182" y="4457719"/>
                <a:chExt cx="656467" cy="419144"/>
              </a:xfrm>
            </p:grpSpPr>
            <p:sp>
              <p:nvSpPr>
                <p:cNvPr id="953" name="Google Shape;953;p277"/>
                <p:cNvSpPr/>
                <p:nvPr/>
              </p:nvSpPr>
              <p:spPr>
                <a:xfrm>
                  <a:off x="3522182" y="4608950"/>
                  <a:ext cx="115799" cy="116682"/>
                </a:xfrm>
                <a:prstGeom prst="ellipse">
                  <a:avLst/>
                </a:prstGeom>
                <a:solidFill>
                  <a:srgbClr val="D8D8D8"/>
                </a:solidFill>
                <a:ln w="127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000"/>
                    <a:buFont typeface="Arial"/>
                    <a:buNone/>
                  </a:pPr>
                  <a:endParaRPr sz="2000" b="1" i="1" u="none" strike="noStrike" cap="none">
                    <a:solidFill>
                      <a:schemeClr val="dk1"/>
                    </a:solidFill>
                    <a:latin typeface="Public Sans"/>
                    <a:ea typeface="Public Sans"/>
                    <a:cs typeface="Public Sans"/>
                    <a:sym typeface="Public Sans"/>
                  </a:endParaRPr>
                </a:p>
              </p:txBody>
            </p:sp>
            <p:sp>
              <p:nvSpPr>
                <p:cNvPr id="974" name="Google Shape;974;p277"/>
                <p:cNvSpPr/>
                <p:nvPr/>
              </p:nvSpPr>
              <p:spPr>
                <a:xfrm>
                  <a:off x="3759470" y="4457719"/>
                  <a:ext cx="419179" cy="419144"/>
                </a:xfrm>
                <a:prstGeom prst="ellipse">
                  <a:avLst/>
                </a:prstGeom>
                <a:solidFill>
                  <a:schemeClr val="dk2"/>
                </a:solidFill>
                <a:ln w="127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lang="en-US" sz="900" b="1" i="1" u="none" strike="noStrike" cap="none">
                      <a:solidFill>
                        <a:schemeClr val="lt1"/>
                      </a:solidFill>
                      <a:latin typeface="Public Sans"/>
                      <a:ea typeface="Public Sans"/>
                      <a:cs typeface="Public Sans"/>
                      <a:sym typeface="Public Sans"/>
                    </a:rPr>
                    <a:t>7</a:t>
                  </a: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sp>
        <p:nvSpPr>
          <p:cNvPr id="975" name="Google Shape;975;p277"/>
          <p:cNvSpPr txBox="1">
            <a:spLocks noGrp="1"/>
          </p:cNvSpPr>
          <p:nvPr>
            <p:ph type="body" idx="1"/>
          </p:nvPr>
        </p:nvSpPr>
        <p:spPr>
          <a:xfrm>
            <a:off x="840506" y="2665719"/>
            <a:ext cx="1714750" cy="32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76" name="Google Shape;976;p277"/>
          <p:cNvSpPr txBox="1">
            <a:spLocks noGrp="1"/>
          </p:cNvSpPr>
          <p:nvPr>
            <p:ph type="body" idx="2"/>
          </p:nvPr>
        </p:nvSpPr>
        <p:spPr>
          <a:xfrm>
            <a:off x="4414166" y="1427958"/>
            <a:ext cx="4206055" cy="32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77" name="Google Shape;977;p277"/>
          <p:cNvSpPr txBox="1">
            <a:spLocks noGrp="1"/>
          </p:cNvSpPr>
          <p:nvPr>
            <p:ph type="body" idx="3"/>
          </p:nvPr>
        </p:nvSpPr>
        <p:spPr>
          <a:xfrm>
            <a:off x="4414166" y="2665678"/>
            <a:ext cx="4206055" cy="32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78" name="Google Shape;978;p277"/>
          <p:cNvSpPr txBox="1">
            <a:spLocks noGrp="1"/>
          </p:cNvSpPr>
          <p:nvPr>
            <p:ph type="body" idx="4"/>
          </p:nvPr>
        </p:nvSpPr>
        <p:spPr>
          <a:xfrm>
            <a:off x="4414166" y="3903398"/>
            <a:ext cx="4206055" cy="32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79" name="Google Shape;979;p277"/>
          <p:cNvSpPr txBox="1">
            <a:spLocks noGrp="1"/>
          </p:cNvSpPr>
          <p:nvPr>
            <p:ph type="body" idx="5"/>
          </p:nvPr>
        </p:nvSpPr>
        <p:spPr>
          <a:xfrm>
            <a:off x="4414166" y="809098"/>
            <a:ext cx="4206055" cy="32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80" name="Google Shape;980;p277"/>
          <p:cNvSpPr txBox="1">
            <a:spLocks noGrp="1"/>
          </p:cNvSpPr>
          <p:nvPr>
            <p:ph type="body" idx="6"/>
          </p:nvPr>
        </p:nvSpPr>
        <p:spPr>
          <a:xfrm>
            <a:off x="4414166" y="2046818"/>
            <a:ext cx="4206055" cy="32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81" name="Google Shape;981;p277"/>
          <p:cNvSpPr txBox="1">
            <a:spLocks noGrp="1"/>
          </p:cNvSpPr>
          <p:nvPr>
            <p:ph type="body" idx="7"/>
          </p:nvPr>
        </p:nvSpPr>
        <p:spPr>
          <a:xfrm>
            <a:off x="4414166" y="3284538"/>
            <a:ext cx="4206055" cy="32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82" name="Google Shape;982;p277"/>
          <p:cNvSpPr txBox="1">
            <a:spLocks noGrp="1"/>
          </p:cNvSpPr>
          <p:nvPr>
            <p:ph type="body" idx="8"/>
          </p:nvPr>
        </p:nvSpPr>
        <p:spPr>
          <a:xfrm>
            <a:off x="4414166" y="4522260"/>
            <a:ext cx="4206055" cy="32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1_Section title and description 11">
    <p:spTree>
      <p:nvGrpSpPr>
        <p:cNvPr id="1" name="Shape 9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4" name="Google Shape;984;p278"/>
          <p:cNvSpPr/>
          <p:nvPr/>
        </p:nvSpPr>
        <p:spPr>
          <a:xfrm>
            <a:off x="0" y="1"/>
            <a:ext cx="9143999" cy="5143499"/>
          </a:xfrm>
          <a:prstGeom prst="rect">
            <a:avLst/>
          </a:prstGeom>
          <a:solidFill>
            <a:srgbClr val="F2F2F2">
              <a:alpha val="94117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Calibri"/>
              <a:buNone/>
            </a:pPr>
            <a:endParaRPr sz="1050" b="1" i="0" u="none" strike="noStrike" cap="none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pic>
        <p:nvPicPr>
          <p:cNvPr id="985" name="Google Shape;985;p278" descr="Shape&#10;&#10;Description automatically generated with low confidenc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3990" cy="5143494"/>
          </a:xfrm>
          <a:prstGeom prst="rect">
            <a:avLst/>
          </a:prstGeom>
          <a:noFill/>
          <a:ln>
            <a:noFill/>
          </a:ln>
        </p:spPr>
      </p:pic>
      <p:sp>
        <p:nvSpPr>
          <p:cNvPr id="986" name="Google Shape;986;p278"/>
          <p:cNvSpPr txBox="1">
            <a:spLocks noGrp="1"/>
          </p:cNvSpPr>
          <p:nvPr>
            <p:ph type="title"/>
          </p:nvPr>
        </p:nvSpPr>
        <p:spPr>
          <a:xfrm>
            <a:off x="135731" y="202405"/>
            <a:ext cx="7886700" cy="344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366A"/>
              </a:buClr>
              <a:buSzPts val="1700"/>
              <a:buFont typeface="Public Sans"/>
              <a:buNone/>
              <a:defRPr sz="1700" b="1" i="0" u="none" strike="noStrike" cap="none">
                <a:solidFill>
                  <a:srgbClr val="22366A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87" name="Google Shape;987;p278"/>
          <p:cNvSpPr/>
          <p:nvPr/>
        </p:nvSpPr>
        <p:spPr>
          <a:xfrm>
            <a:off x="0" y="202405"/>
            <a:ext cx="135731" cy="344091"/>
          </a:xfrm>
          <a:prstGeom prst="rect">
            <a:avLst/>
          </a:prstGeom>
          <a:solidFill>
            <a:srgbClr val="22366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88" name="Google Shape;988;p278"/>
          <p:cNvGrpSpPr/>
          <p:nvPr/>
        </p:nvGrpSpPr>
        <p:grpSpPr>
          <a:xfrm>
            <a:off x="716012" y="759582"/>
            <a:ext cx="3556067" cy="4132337"/>
            <a:chOff x="520700" y="759582"/>
            <a:chExt cx="3556067" cy="4132337"/>
          </a:xfrm>
        </p:grpSpPr>
        <p:cxnSp>
          <p:nvCxnSpPr>
            <p:cNvPr id="989" name="Google Shape;989;p278"/>
            <p:cNvCxnSpPr>
              <a:stCxn id="990" idx="6"/>
              <a:endCxn id="991" idx="2"/>
            </p:cNvCxnSpPr>
            <p:nvPr/>
          </p:nvCxnSpPr>
          <p:spPr>
            <a:xfrm rot="10800000" flipH="1">
              <a:off x="2484438" y="969051"/>
              <a:ext cx="936000" cy="1856700"/>
            </a:xfrm>
            <a:prstGeom prst="bentConnector3">
              <a:avLst>
                <a:gd name="adj1" fmla="val 8266"/>
              </a:avLst>
            </a:prstGeom>
            <a:noFill/>
            <a:ln w="12700" cap="flat" cmpd="sng">
              <a:solidFill>
                <a:srgbClr val="D8D8D8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992" name="Google Shape;992;p278"/>
            <p:cNvCxnSpPr>
              <a:stCxn id="990" idx="6"/>
              <a:endCxn id="993" idx="2"/>
            </p:cNvCxnSpPr>
            <p:nvPr/>
          </p:nvCxnSpPr>
          <p:spPr>
            <a:xfrm rot="10800000" flipH="1">
              <a:off x="2484438" y="1588251"/>
              <a:ext cx="936000" cy="1237500"/>
            </a:xfrm>
            <a:prstGeom prst="bentConnector3">
              <a:avLst>
                <a:gd name="adj1" fmla="val 8266"/>
              </a:avLst>
            </a:prstGeom>
            <a:noFill/>
            <a:ln w="12700" cap="flat" cmpd="sng">
              <a:solidFill>
                <a:srgbClr val="D8D8D8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994" name="Google Shape;994;p278"/>
            <p:cNvCxnSpPr>
              <a:stCxn id="990" idx="6"/>
              <a:endCxn id="995" idx="2"/>
            </p:cNvCxnSpPr>
            <p:nvPr/>
          </p:nvCxnSpPr>
          <p:spPr>
            <a:xfrm rot="10800000" flipH="1">
              <a:off x="2484438" y="2206551"/>
              <a:ext cx="936000" cy="619200"/>
            </a:xfrm>
            <a:prstGeom prst="bentConnector3">
              <a:avLst>
                <a:gd name="adj1" fmla="val 8266"/>
              </a:avLst>
            </a:prstGeom>
            <a:noFill/>
            <a:ln w="12700" cap="flat" cmpd="sng">
              <a:solidFill>
                <a:srgbClr val="D8D8D8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996" name="Google Shape;996;p278"/>
            <p:cNvCxnSpPr>
              <a:stCxn id="990" idx="6"/>
              <a:endCxn id="997" idx="2"/>
            </p:cNvCxnSpPr>
            <p:nvPr/>
          </p:nvCxnSpPr>
          <p:spPr>
            <a:xfrm>
              <a:off x="2484438" y="2825751"/>
              <a:ext cx="936000" cy="1856700"/>
            </a:xfrm>
            <a:prstGeom prst="bentConnector3">
              <a:avLst>
                <a:gd name="adj1" fmla="val 8266"/>
              </a:avLst>
            </a:prstGeom>
            <a:noFill/>
            <a:ln w="12700" cap="flat" cmpd="sng">
              <a:solidFill>
                <a:srgbClr val="D8D8D8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998" name="Google Shape;998;p278"/>
            <p:cNvCxnSpPr>
              <a:stCxn id="990" idx="6"/>
              <a:endCxn id="999" idx="2"/>
            </p:cNvCxnSpPr>
            <p:nvPr/>
          </p:nvCxnSpPr>
          <p:spPr>
            <a:xfrm>
              <a:off x="2484438" y="2825751"/>
              <a:ext cx="936000" cy="1237500"/>
            </a:xfrm>
            <a:prstGeom prst="bentConnector3">
              <a:avLst>
                <a:gd name="adj1" fmla="val 8266"/>
              </a:avLst>
            </a:prstGeom>
            <a:noFill/>
            <a:ln w="12700" cap="flat" cmpd="sng">
              <a:solidFill>
                <a:srgbClr val="D8D8D8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000" name="Google Shape;1000;p278"/>
            <p:cNvCxnSpPr>
              <a:stCxn id="990" idx="6"/>
              <a:endCxn id="1001" idx="2"/>
            </p:cNvCxnSpPr>
            <p:nvPr/>
          </p:nvCxnSpPr>
          <p:spPr>
            <a:xfrm>
              <a:off x="2484438" y="2825750"/>
              <a:ext cx="936000" cy="619200"/>
            </a:xfrm>
            <a:prstGeom prst="bentConnector3">
              <a:avLst>
                <a:gd name="adj1" fmla="val 8266"/>
              </a:avLst>
            </a:prstGeom>
            <a:noFill/>
            <a:ln w="12700" cap="flat" cmpd="sng">
              <a:solidFill>
                <a:srgbClr val="D8D8D8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002" name="Google Shape;1002;p278"/>
            <p:cNvCxnSpPr>
              <a:endCxn id="1003" idx="2"/>
            </p:cNvCxnSpPr>
            <p:nvPr/>
          </p:nvCxnSpPr>
          <p:spPr>
            <a:xfrm>
              <a:off x="2484306" y="2825752"/>
              <a:ext cx="936000" cy="0"/>
            </a:xfrm>
            <a:prstGeom prst="straightConnector1">
              <a:avLst/>
            </a:prstGeom>
            <a:noFill/>
            <a:ln w="12700" cap="flat" cmpd="sng">
              <a:solidFill>
                <a:srgbClr val="D8D8D8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990" name="Google Shape;990;p278"/>
            <p:cNvSpPr/>
            <p:nvPr/>
          </p:nvSpPr>
          <p:spPr>
            <a:xfrm>
              <a:off x="520700" y="1843088"/>
              <a:ext cx="1963738" cy="1965325"/>
            </a:xfrm>
            <a:prstGeom prst="ellipse">
              <a:avLst/>
            </a:prstGeom>
            <a:solidFill>
              <a:srgbClr val="F2F2F2"/>
            </a:solidFill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5400000" algn="t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endParaRPr sz="1500" b="1" i="1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endParaRPr>
            </a:p>
          </p:txBody>
        </p:sp>
        <p:grpSp>
          <p:nvGrpSpPr>
            <p:cNvPr id="1004" name="Google Shape;1004;p278"/>
            <p:cNvGrpSpPr/>
            <p:nvPr/>
          </p:nvGrpSpPr>
          <p:grpSpPr>
            <a:xfrm>
              <a:off x="3420306" y="759582"/>
              <a:ext cx="656461" cy="4132337"/>
              <a:chOff x="3522182" y="752447"/>
              <a:chExt cx="656468" cy="4132036"/>
            </a:xfrm>
          </p:grpSpPr>
          <p:grpSp>
            <p:nvGrpSpPr>
              <p:cNvPr id="1005" name="Google Shape;1005;p278"/>
              <p:cNvGrpSpPr/>
              <p:nvPr/>
            </p:nvGrpSpPr>
            <p:grpSpPr>
              <a:xfrm>
                <a:off x="3522182" y="752447"/>
                <a:ext cx="656468" cy="419144"/>
                <a:chOff x="3522182" y="782927"/>
                <a:chExt cx="656468" cy="419144"/>
              </a:xfrm>
            </p:grpSpPr>
            <p:sp>
              <p:nvSpPr>
                <p:cNvPr id="991" name="Google Shape;991;p278"/>
                <p:cNvSpPr/>
                <p:nvPr/>
              </p:nvSpPr>
              <p:spPr>
                <a:xfrm>
                  <a:off x="3522182" y="934159"/>
                  <a:ext cx="115799" cy="116680"/>
                </a:xfrm>
                <a:prstGeom prst="ellipse">
                  <a:avLst/>
                </a:prstGeom>
                <a:solidFill>
                  <a:srgbClr val="D8D8D8"/>
                </a:solidFill>
                <a:ln w="127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000"/>
                    <a:buFont typeface="Arial"/>
                    <a:buNone/>
                  </a:pPr>
                  <a:endParaRPr sz="2000" b="1" i="1" u="none" strike="noStrike" cap="none">
                    <a:solidFill>
                      <a:schemeClr val="dk1"/>
                    </a:solidFill>
                    <a:latin typeface="Public Sans"/>
                    <a:ea typeface="Public Sans"/>
                    <a:cs typeface="Public Sans"/>
                    <a:sym typeface="Public Sans"/>
                  </a:endParaRPr>
                </a:p>
              </p:txBody>
            </p:sp>
            <p:sp>
              <p:nvSpPr>
                <p:cNvPr id="1006" name="Google Shape;1006;p278"/>
                <p:cNvSpPr/>
                <p:nvPr/>
              </p:nvSpPr>
              <p:spPr>
                <a:xfrm>
                  <a:off x="3759471" y="782927"/>
                  <a:ext cx="419179" cy="419144"/>
                </a:xfrm>
                <a:prstGeom prst="ellipse">
                  <a:avLst/>
                </a:prstGeom>
                <a:solidFill>
                  <a:schemeClr val="accent3"/>
                </a:solidFill>
                <a:ln w="127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lang="en-US" sz="900" b="1" i="1" u="none" strike="noStrike" cap="none">
                      <a:solidFill>
                        <a:schemeClr val="lt1"/>
                      </a:solidFill>
                      <a:latin typeface="Public Sans"/>
                      <a:ea typeface="Public Sans"/>
                      <a:cs typeface="Public Sans"/>
                      <a:sym typeface="Public Sans"/>
                    </a:rPr>
                    <a:t>1</a:t>
                  </a: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007" name="Google Shape;1007;p278"/>
              <p:cNvGrpSpPr/>
              <p:nvPr/>
            </p:nvGrpSpPr>
            <p:grpSpPr>
              <a:xfrm>
                <a:off x="3522182" y="1371527"/>
                <a:ext cx="656467" cy="419144"/>
                <a:chOff x="3522182" y="1395657"/>
                <a:chExt cx="656467" cy="419144"/>
              </a:xfrm>
            </p:grpSpPr>
            <p:sp>
              <p:nvSpPr>
                <p:cNvPr id="993" name="Google Shape;993;p278"/>
                <p:cNvSpPr/>
                <p:nvPr/>
              </p:nvSpPr>
              <p:spPr>
                <a:xfrm>
                  <a:off x="3522182" y="1546889"/>
                  <a:ext cx="115799" cy="116680"/>
                </a:xfrm>
                <a:prstGeom prst="ellipse">
                  <a:avLst/>
                </a:prstGeom>
                <a:solidFill>
                  <a:srgbClr val="D8D8D8"/>
                </a:solidFill>
                <a:ln w="127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000"/>
                    <a:buFont typeface="Arial"/>
                    <a:buNone/>
                  </a:pPr>
                  <a:endParaRPr sz="2000" b="1" i="1" u="none" strike="noStrike" cap="none">
                    <a:solidFill>
                      <a:schemeClr val="dk1"/>
                    </a:solidFill>
                    <a:latin typeface="Public Sans"/>
                    <a:ea typeface="Public Sans"/>
                    <a:cs typeface="Public Sans"/>
                    <a:sym typeface="Public Sans"/>
                  </a:endParaRPr>
                </a:p>
              </p:txBody>
            </p:sp>
            <p:sp>
              <p:nvSpPr>
                <p:cNvPr id="1008" name="Google Shape;1008;p278"/>
                <p:cNvSpPr/>
                <p:nvPr/>
              </p:nvSpPr>
              <p:spPr>
                <a:xfrm>
                  <a:off x="3759470" y="1395657"/>
                  <a:ext cx="419179" cy="419144"/>
                </a:xfrm>
                <a:prstGeom prst="ellipse">
                  <a:avLst/>
                </a:prstGeom>
                <a:solidFill>
                  <a:schemeClr val="lt2"/>
                </a:solidFill>
                <a:ln w="127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lang="en-US" sz="900" b="1" i="1" u="none" strike="noStrike" cap="none">
                      <a:solidFill>
                        <a:schemeClr val="lt1"/>
                      </a:solidFill>
                      <a:latin typeface="Public Sans"/>
                      <a:ea typeface="Public Sans"/>
                      <a:cs typeface="Public Sans"/>
                      <a:sym typeface="Public Sans"/>
                    </a:rPr>
                    <a:t>2</a:t>
                  </a: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009" name="Google Shape;1009;p278"/>
              <p:cNvGrpSpPr/>
              <p:nvPr/>
            </p:nvGrpSpPr>
            <p:grpSpPr>
              <a:xfrm>
                <a:off x="3522182" y="3228607"/>
                <a:ext cx="656467" cy="417878"/>
                <a:chOff x="3522182" y="3233686"/>
                <a:chExt cx="656467" cy="417878"/>
              </a:xfrm>
            </p:grpSpPr>
            <p:sp>
              <p:nvSpPr>
                <p:cNvPr id="1001" name="Google Shape;1001;p278"/>
                <p:cNvSpPr/>
                <p:nvPr/>
              </p:nvSpPr>
              <p:spPr>
                <a:xfrm>
                  <a:off x="3522182" y="3384730"/>
                  <a:ext cx="115799" cy="115790"/>
                </a:xfrm>
                <a:prstGeom prst="ellipse">
                  <a:avLst/>
                </a:prstGeom>
                <a:solidFill>
                  <a:srgbClr val="D8D8D8"/>
                </a:solidFill>
                <a:ln w="127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000"/>
                    <a:buFont typeface="Arial"/>
                    <a:buNone/>
                  </a:pPr>
                  <a:endParaRPr sz="2000" b="1" i="1" u="none" strike="noStrike" cap="none">
                    <a:solidFill>
                      <a:schemeClr val="dk1"/>
                    </a:solidFill>
                    <a:latin typeface="Public Sans"/>
                    <a:ea typeface="Public Sans"/>
                    <a:cs typeface="Public Sans"/>
                    <a:sym typeface="Public Sans"/>
                  </a:endParaRPr>
                </a:p>
              </p:txBody>
            </p:sp>
            <p:sp>
              <p:nvSpPr>
                <p:cNvPr id="1010" name="Google Shape;1010;p278"/>
                <p:cNvSpPr/>
                <p:nvPr/>
              </p:nvSpPr>
              <p:spPr>
                <a:xfrm>
                  <a:off x="3759470" y="3233686"/>
                  <a:ext cx="419179" cy="417878"/>
                </a:xfrm>
                <a:prstGeom prst="ellipse">
                  <a:avLst/>
                </a:prstGeom>
                <a:solidFill>
                  <a:schemeClr val="accent3"/>
                </a:solidFill>
                <a:ln w="127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lang="en-US" sz="900" b="1" i="1" u="none" strike="noStrike" cap="none">
                      <a:solidFill>
                        <a:schemeClr val="lt1"/>
                      </a:solidFill>
                      <a:latin typeface="Public Sans"/>
                      <a:ea typeface="Public Sans"/>
                      <a:cs typeface="Public Sans"/>
                      <a:sym typeface="Public Sans"/>
                    </a:rPr>
                    <a:t>5</a:t>
                  </a: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011" name="Google Shape;1011;p278"/>
              <p:cNvGrpSpPr/>
              <p:nvPr/>
            </p:nvGrpSpPr>
            <p:grpSpPr>
              <a:xfrm>
                <a:off x="3522182" y="3846259"/>
                <a:ext cx="656467" cy="419144"/>
                <a:chOff x="3522182" y="3844987"/>
                <a:chExt cx="656467" cy="419144"/>
              </a:xfrm>
            </p:grpSpPr>
            <p:sp>
              <p:nvSpPr>
                <p:cNvPr id="999" name="Google Shape;999;p278"/>
                <p:cNvSpPr/>
                <p:nvPr/>
              </p:nvSpPr>
              <p:spPr>
                <a:xfrm>
                  <a:off x="3522182" y="3996218"/>
                  <a:ext cx="115799" cy="116682"/>
                </a:xfrm>
                <a:prstGeom prst="ellipse">
                  <a:avLst/>
                </a:prstGeom>
                <a:solidFill>
                  <a:srgbClr val="D8D8D8"/>
                </a:solidFill>
                <a:ln w="127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000"/>
                    <a:buFont typeface="Arial"/>
                    <a:buNone/>
                  </a:pPr>
                  <a:endParaRPr sz="2000" b="1" i="1" u="none" strike="noStrike" cap="none">
                    <a:solidFill>
                      <a:schemeClr val="dk1"/>
                    </a:solidFill>
                    <a:latin typeface="Public Sans"/>
                    <a:ea typeface="Public Sans"/>
                    <a:cs typeface="Public Sans"/>
                    <a:sym typeface="Public Sans"/>
                  </a:endParaRPr>
                </a:p>
              </p:txBody>
            </p:sp>
            <p:sp>
              <p:nvSpPr>
                <p:cNvPr id="1012" name="Google Shape;1012;p278"/>
                <p:cNvSpPr/>
                <p:nvPr/>
              </p:nvSpPr>
              <p:spPr>
                <a:xfrm>
                  <a:off x="3759470" y="3844987"/>
                  <a:ext cx="419179" cy="419144"/>
                </a:xfrm>
                <a:prstGeom prst="ellipse">
                  <a:avLst/>
                </a:prstGeom>
                <a:solidFill>
                  <a:schemeClr val="lt2"/>
                </a:solidFill>
                <a:ln w="127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lang="en-US" sz="900" b="1" i="1" u="none" strike="noStrike" cap="none">
                      <a:solidFill>
                        <a:schemeClr val="lt1"/>
                      </a:solidFill>
                      <a:latin typeface="Public Sans"/>
                      <a:ea typeface="Public Sans"/>
                      <a:cs typeface="Public Sans"/>
                      <a:sym typeface="Public Sans"/>
                    </a:rPr>
                    <a:t>6</a:t>
                  </a: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013" name="Google Shape;1013;p278"/>
              <p:cNvGrpSpPr/>
              <p:nvPr/>
            </p:nvGrpSpPr>
            <p:grpSpPr>
              <a:xfrm>
                <a:off x="3522182" y="1990447"/>
                <a:ext cx="656467" cy="417878"/>
                <a:chOff x="3522182" y="2008227"/>
                <a:chExt cx="656467" cy="417878"/>
              </a:xfrm>
            </p:grpSpPr>
            <p:sp>
              <p:nvSpPr>
                <p:cNvPr id="995" name="Google Shape;995;p278"/>
                <p:cNvSpPr/>
                <p:nvPr/>
              </p:nvSpPr>
              <p:spPr>
                <a:xfrm>
                  <a:off x="3522182" y="2159271"/>
                  <a:ext cx="115799" cy="115790"/>
                </a:xfrm>
                <a:prstGeom prst="ellipse">
                  <a:avLst/>
                </a:prstGeom>
                <a:solidFill>
                  <a:srgbClr val="D8D8D8"/>
                </a:solidFill>
                <a:ln w="127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000"/>
                    <a:buFont typeface="Arial"/>
                    <a:buNone/>
                  </a:pPr>
                  <a:endParaRPr sz="2000" b="1" i="1" u="none" strike="noStrike" cap="none">
                    <a:solidFill>
                      <a:schemeClr val="dk1"/>
                    </a:solidFill>
                    <a:latin typeface="Public Sans"/>
                    <a:ea typeface="Public Sans"/>
                    <a:cs typeface="Public Sans"/>
                    <a:sym typeface="Public Sans"/>
                  </a:endParaRPr>
                </a:p>
              </p:txBody>
            </p:sp>
            <p:sp>
              <p:nvSpPr>
                <p:cNvPr id="1014" name="Google Shape;1014;p278"/>
                <p:cNvSpPr/>
                <p:nvPr/>
              </p:nvSpPr>
              <p:spPr>
                <a:xfrm>
                  <a:off x="3759470" y="2008227"/>
                  <a:ext cx="419179" cy="417878"/>
                </a:xfrm>
                <a:prstGeom prst="ellipse">
                  <a:avLst/>
                </a:prstGeom>
                <a:solidFill>
                  <a:schemeClr val="accent3"/>
                </a:solidFill>
                <a:ln w="127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lang="en-US" sz="900" b="1" i="1" u="none" strike="noStrike" cap="none">
                      <a:solidFill>
                        <a:schemeClr val="lt1"/>
                      </a:solidFill>
                      <a:latin typeface="Public Sans"/>
                      <a:ea typeface="Public Sans"/>
                      <a:cs typeface="Public Sans"/>
                      <a:sym typeface="Public Sans"/>
                    </a:rPr>
                    <a:t>3</a:t>
                  </a: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015" name="Google Shape;1015;p278"/>
              <p:cNvGrpSpPr/>
              <p:nvPr/>
            </p:nvGrpSpPr>
            <p:grpSpPr>
              <a:xfrm>
                <a:off x="3522182" y="2609527"/>
                <a:ext cx="656467" cy="417878"/>
                <a:chOff x="3522182" y="2620957"/>
                <a:chExt cx="656467" cy="417878"/>
              </a:xfrm>
            </p:grpSpPr>
            <p:sp>
              <p:nvSpPr>
                <p:cNvPr id="1003" name="Google Shape;1003;p278"/>
                <p:cNvSpPr/>
                <p:nvPr/>
              </p:nvSpPr>
              <p:spPr>
                <a:xfrm>
                  <a:off x="3522182" y="2772001"/>
                  <a:ext cx="115799" cy="115790"/>
                </a:xfrm>
                <a:prstGeom prst="ellipse">
                  <a:avLst/>
                </a:prstGeom>
                <a:solidFill>
                  <a:srgbClr val="D8D8D8"/>
                </a:solidFill>
                <a:ln w="127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000"/>
                    <a:buFont typeface="Arial"/>
                    <a:buNone/>
                  </a:pPr>
                  <a:endParaRPr sz="2000" b="1" i="1" u="none" strike="noStrike" cap="none">
                    <a:solidFill>
                      <a:schemeClr val="dk1"/>
                    </a:solidFill>
                    <a:latin typeface="Public Sans"/>
                    <a:ea typeface="Public Sans"/>
                    <a:cs typeface="Public Sans"/>
                    <a:sym typeface="Public Sans"/>
                  </a:endParaRPr>
                </a:p>
              </p:txBody>
            </p:sp>
            <p:sp>
              <p:nvSpPr>
                <p:cNvPr id="1016" name="Google Shape;1016;p278"/>
                <p:cNvSpPr/>
                <p:nvPr/>
              </p:nvSpPr>
              <p:spPr>
                <a:xfrm>
                  <a:off x="3759470" y="2620957"/>
                  <a:ext cx="419179" cy="417878"/>
                </a:xfrm>
                <a:prstGeom prst="ellipse">
                  <a:avLst/>
                </a:prstGeom>
                <a:solidFill>
                  <a:schemeClr val="lt2"/>
                </a:solidFill>
                <a:ln w="127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lang="en-US" sz="900" b="1" i="1" u="none" strike="noStrike" cap="none">
                      <a:solidFill>
                        <a:schemeClr val="lt1"/>
                      </a:solidFill>
                      <a:latin typeface="Public Sans"/>
                      <a:ea typeface="Public Sans"/>
                      <a:cs typeface="Public Sans"/>
                      <a:sym typeface="Public Sans"/>
                    </a:rPr>
                    <a:t>4</a:t>
                  </a: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017" name="Google Shape;1017;p278"/>
              <p:cNvGrpSpPr/>
              <p:nvPr/>
            </p:nvGrpSpPr>
            <p:grpSpPr>
              <a:xfrm>
                <a:off x="3522182" y="4465339"/>
                <a:ext cx="656467" cy="419144"/>
                <a:chOff x="3522182" y="4457719"/>
                <a:chExt cx="656467" cy="419144"/>
              </a:xfrm>
            </p:grpSpPr>
            <p:sp>
              <p:nvSpPr>
                <p:cNvPr id="997" name="Google Shape;997;p278"/>
                <p:cNvSpPr/>
                <p:nvPr/>
              </p:nvSpPr>
              <p:spPr>
                <a:xfrm>
                  <a:off x="3522182" y="4608950"/>
                  <a:ext cx="115799" cy="116682"/>
                </a:xfrm>
                <a:prstGeom prst="ellipse">
                  <a:avLst/>
                </a:prstGeom>
                <a:solidFill>
                  <a:srgbClr val="D8D8D8"/>
                </a:solidFill>
                <a:ln w="127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000"/>
                    <a:buFont typeface="Arial"/>
                    <a:buNone/>
                  </a:pPr>
                  <a:endParaRPr sz="2000" b="1" i="1" u="none" strike="noStrike" cap="none">
                    <a:solidFill>
                      <a:schemeClr val="dk1"/>
                    </a:solidFill>
                    <a:latin typeface="Public Sans"/>
                    <a:ea typeface="Public Sans"/>
                    <a:cs typeface="Public Sans"/>
                    <a:sym typeface="Public Sans"/>
                  </a:endParaRPr>
                </a:p>
              </p:txBody>
            </p:sp>
            <p:sp>
              <p:nvSpPr>
                <p:cNvPr id="1018" name="Google Shape;1018;p278"/>
                <p:cNvSpPr/>
                <p:nvPr/>
              </p:nvSpPr>
              <p:spPr>
                <a:xfrm>
                  <a:off x="3759470" y="4457719"/>
                  <a:ext cx="419179" cy="419144"/>
                </a:xfrm>
                <a:prstGeom prst="ellipse">
                  <a:avLst/>
                </a:prstGeom>
                <a:solidFill>
                  <a:schemeClr val="accent3"/>
                </a:solidFill>
                <a:ln w="127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lang="en-US" sz="900" b="1" i="1" u="none" strike="noStrike" cap="none">
                      <a:solidFill>
                        <a:schemeClr val="lt1"/>
                      </a:solidFill>
                      <a:latin typeface="Public Sans"/>
                      <a:ea typeface="Public Sans"/>
                      <a:cs typeface="Public Sans"/>
                      <a:sym typeface="Public Sans"/>
                    </a:rPr>
                    <a:t>7</a:t>
                  </a: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sp>
        <p:nvSpPr>
          <p:cNvPr id="1019" name="Google Shape;1019;p278"/>
          <p:cNvSpPr txBox="1">
            <a:spLocks noGrp="1"/>
          </p:cNvSpPr>
          <p:nvPr>
            <p:ph type="body" idx="1"/>
          </p:nvPr>
        </p:nvSpPr>
        <p:spPr>
          <a:xfrm>
            <a:off x="840506" y="2665719"/>
            <a:ext cx="1714750" cy="32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20" name="Google Shape;1020;p278"/>
          <p:cNvSpPr txBox="1">
            <a:spLocks noGrp="1"/>
          </p:cNvSpPr>
          <p:nvPr>
            <p:ph type="body" idx="2"/>
          </p:nvPr>
        </p:nvSpPr>
        <p:spPr>
          <a:xfrm>
            <a:off x="4414166" y="1427958"/>
            <a:ext cx="4206055" cy="32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21" name="Google Shape;1021;p278"/>
          <p:cNvSpPr txBox="1">
            <a:spLocks noGrp="1"/>
          </p:cNvSpPr>
          <p:nvPr>
            <p:ph type="body" idx="3"/>
          </p:nvPr>
        </p:nvSpPr>
        <p:spPr>
          <a:xfrm>
            <a:off x="4414166" y="2665678"/>
            <a:ext cx="4206055" cy="32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22" name="Google Shape;1022;p278"/>
          <p:cNvSpPr txBox="1">
            <a:spLocks noGrp="1"/>
          </p:cNvSpPr>
          <p:nvPr>
            <p:ph type="body" idx="4"/>
          </p:nvPr>
        </p:nvSpPr>
        <p:spPr>
          <a:xfrm>
            <a:off x="4414166" y="3903398"/>
            <a:ext cx="4206055" cy="32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23" name="Google Shape;1023;p278"/>
          <p:cNvSpPr txBox="1">
            <a:spLocks noGrp="1"/>
          </p:cNvSpPr>
          <p:nvPr>
            <p:ph type="body" idx="5"/>
          </p:nvPr>
        </p:nvSpPr>
        <p:spPr>
          <a:xfrm>
            <a:off x="4414166" y="809098"/>
            <a:ext cx="4206055" cy="32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24" name="Google Shape;1024;p278"/>
          <p:cNvSpPr txBox="1">
            <a:spLocks noGrp="1"/>
          </p:cNvSpPr>
          <p:nvPr>
            <p:ph type="body" idx="6"/>
          </p:nvPr>
        </p:nvSpPr>
        <p:spPr>
          <a:xfrm>
            <a:off x="4414166" y="2046818"/>
            <a:ext cx="4206055" cy="32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25" name="Google Shape;1025;p278"/>
          <p:cNvSpPr txBox="1">
            <a:spLocks noGrp="1"/>
          </p:cNvSpPr>
          <p:nvPr>
            <p:ph type="body" idx="7"/>
          </p:nvPr>
        </p:nvSpPr>
        <p:spPr>
          <a:xfrm>
            <a:off x="4414166" y="3284538"/>
            <a:ext cx="4206055" cy="32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26" name="Google Shape;1026;p278"/>
          <p:cNvSpPr txBox="1">
            <a:spLocks noGrp="1"/>
          </p:cNvSpPr>
          <p:nvPr>
            <p:ph type="body" idx="8"/>
          </p:nvPr>
        </p:nvSpPr>
        <p:spPr>
          <a:xfrm>
            <a:off x="4414166" y="4522260"/>
            <a:ext cx="4206055" cy="32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1_Section title and description 12">
    <p:spTree>
      <p:nvGrpSpPr>
        <p:cNvPr id="1" name="Shape 10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Google Shape;1028;p279" descr="Shape&#10;&#10;Description automatically generated with low confidenc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3990" cy="5143494"/>
          </a:xfrm>
          <a:prstGeom prst="rect">
            <a:avLst/>
          </a:prstGeom>
          <a:noFill/>
          <a:ln>
            <a:noFill/>
          </a:ln>
        </p:spPr>
      </p:pic>
      <p:sp>
        <p:nvSpPr>
          <p:cNvPr id="1029" name="Google Shape;1029;p279"/>
          <p:cNvSpPr txBox="1">
            <a:spLocks noGrp="1"/>
          </p:cNvSpPr>
          <p:nvPr>
            <p:ph type="title"/>
          </p:nvPr>
        </p:nvSpPr>
        <p:spPr>
          <a:xfrm>
            <a:off x="135731" y="202405"/>
            <a:ext cx="7886700" cy="344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366A"/>
              </a:buClr>
              <a:buSzPts val="1700"/>
              <a:buFont typeface="Public Sans"/>
              <a:buNone/>
              <a:defRPr sz="1700" b="1" i="0" u="none" strike="noStrike" cap="none">
                <a:solidFill>
                  <a:srgbClr val="22366A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30" name="Google Shape;1030;p279"/>
          <p:cNvSpPr/>
          <p:nvPr/>
        </p:nvSpPr>
        <p:spPr>
          <a:xfrm>
            <a:off x="0" y="202405"/>
            <a:ext cx="135731" cy="344091"/>
          </a:xfrm>
          <a:prstGeom prst="rect">
            <a:avLst/>
          </a:prstGeom>
          <a:solidFill>
            <a:srgbClr val="22366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31" name="Google Shape;1031;p279"/>
          <p:cNvGrpSpPr/>
          <p:nvPr/>
        </p:nvGrpSpPr>
        <p:grpSpPr>
          <a:xfrm>
            <a:off x="1060707" y="857568"/>
            <a:ext cx="3060700" cy="3921125"/>
            <a:chOff x="520700" y="865188"/>
            <a:chExt cx="3060700" cy="3921125"/>
          </a:xfrm>
        </p:grpSpPr>
        <p:cxnSp>
          <p:nvCxnSpPr>
            <p:cNvPr id="1032" name="Google Shape;1032;p279"/>
            <p:cNvCxnSpPr>
              <a:stCxn id="1033" idx="6"/>
              <a:endCxn id="1034" idx="2"/>
            </p:cNvCxnSpPr>
            <p:nvPr/>
          </p:nvCxnSpPr>
          <p:spPr>
            <a:xfrm rot="10800000" flipH="1">
              <a:off x="2484438" y="969051"/>
              <a:ext cx="890700" cy="1856700"/>
            </a:xfrm>
            <a:prstGeom prst="bentConnector3">
              <a:avLst>
                <a:gd name="adj1" fmla="val -71254"/>
              </a:avLst>
            </a:prstGeom>
            <a:noFill/>
            <a:ln w="12700" cap="flat" cmpd="sng">
              <a:solidFill>
                <a:srgbClr val="D8D8D8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035" name="Google Shape;1035;p279"/>
            <p:cNvCxnSpPr>
              <a:stCxn id="1033" idx="6"/>
              <a:endCxn id="1036" idx="2"/>
            </p:cNvCxnSpPr>
            <p:nvPr/>
          </p:nvCxnSpPr>
          <p:spPr>
            <a:xfrm rot="10800000" flipH="1">
              <a:off x="2484438" y="1588251"/>
              <a:ext cx="890700" cy="1237500"/>
            </a:xfrm>
            <a:prstGeom prst="bentConnector3">
              <a:avLst>
                <a:gd name="adj1" fmla="val -71254"/>
              </a:avLst>
            </a:prstGeom>
            <a:noFill/>
            <a:ln w="12700" cap="flat" cmpd="sng">
              <a:solidFill>
                <a:srgbClr val="D8D8D8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037" name="Google Shape;1037;p279"/>
            <p:cNvCxnSpPr>
              <a:stCxn id="1033" idx="6"/>
              <a:endCxn id="1038" idx="2"/>
            </p:cNvCxnSpPr>
            <p:nvPr/>
          </p:nvCxnSpPr>
          <p:spPr>
            <a:xfrm rot="10800000" flipH="1">
              <a:off x="2484438" y="2206551"/>
              <a:ext cx="890700" cy="619200"/>
            </a:xfrm>
            <a:prstGeom prst="bentConnector3">
              <a:avLst>
                <a:gd name="adj1" fmla="val -71254"/>
              </a:avLst>
            </a:prstGeom>
            <a:noFill/>
            <a:ln w="12700" cap="flat" cmpd="sng">
              <a:solidFill>
                <a:srgbClr val="D8D8D8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039" name="Google Shape;1039;p279"/>
            <p:cNvCxnSpPr>
              <a:stCxn id="1033" idx="6"/>
              <a:endCxn id="1040" idx="2"/>
            </p:cNvCxnSpPr>
            <p:nvPr/>
          </p:nvCxnSpPr>
          <p:spPr>
            <a:xfrm>
              <a:off x="2484438" y="2825751"/>
              <a:ext cx="890700" cy="1856700"/>
            </a:xfrm>
            <a:prstGeom prst="bentConnector3">
              <a:avLst>
                <a:gd name="adj1" fmla="val -71254"/>
              </a:avLst>
            </a:prstGeom>
            <a:noFill/>
            <a:ln w="12700" cap="flat" cmpd="sng">
              <a:solidFill>
                <a:srgbClr val="D8D8D8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041" name="Google Shape;1041;p279"/>
            <p:cNvCxnSpPr>
              <a:stCxn id="1033" idx="6"/>
              <a:endCxn id="1042" idx="2"/>
            </p:cNvCxnSpPr>
            <p:nvPr/>
          </p:nvCxnSpPr>
          <p:spPr>
            <a:xfrm>
              <a:off x="2484438" y="2825751"/>
              <a:ext cx="890700" cy="1237500"/>
            </a:xfrm>
            <a:prstGeom prst="bentConnector3">
              <a:avLst>
                <a:gd name="adj1" fmla="val -71254"/>
              </a:avLst>
            </a:prstGeom>
            <a:noFill/>
            <a:ln w="12700" cap="flat" cmpd="sng">
              <a:solidFill>
                <a:srgbClr val="D8D8D8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043" name="Google Shape;1043;p279"/>
            <p:cNvCxnSpPr>
              <a:stCxn id="1033" idx="6"/>
              <a:endCxn id="1044" idx="2"/>
            </p:cNvCxnSpPr>
            <p:nvPr/>
          </p:nvCxnSpPr>
          <p:spPr>
            <a:xfrm>
              <a:off x="2484438" y="2825750"/>
              <a:ext cx="890700" cy="619200"/>
            </a:xfrm>
            <a:prstGeom prst="bentConnector3">
              <a:avLst>
                <a:gd name="adj1" fmla="val -71254"/>
              </a:avLst>
            </a:prstGeom>
            <a:noFill/>
            <a:ln w="12700" cap="flat" cmpd="sng">
              <a:solidFill>
                <a:srgbClr val="D8D8D8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045" name="Google Shape;1045;p279"/>
            <p:cNvCxnSpPr>
              <a:endCxn id="1046" idx="2"/>
            </p:cNvCxnSpPr>
            <p:nvPr/>
          </p:nvCxnSpPr>
          <p:spPr>
            <a:xfrm>
              <a:off x="2484325" y="2825751"/>
              <a:ext cx="890700" cy="0"/>
            </a:xfrm>
            <a:prstGeom prst="straightConnector1">
              <a:avLst/>
            </a:prstGeom>
            <a:noFill/>
            <a:ln w="12700" cap="flat" cmpd="sng">
              <a:solidFill>
                <a:srgbClr val="D8D8D8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033" name="Google Shape;1033;p279"/>
            <p:cNvSpPr/>
            <p:nvPr/>
          </p:nvSpPr>
          <p:spPr>
            <a:xfrm>
              <a:off x="520700" y="1843088"/>
              <a:ext cx="1963738" cy="1965325"/>
            </a:xfrm>
            <a:prstGeom prst="ellipse">
              <a:avLst/>
            </a:prstGeom>
            <a:solidFill>
              <a:schemeClr val="lt2"/>
            </a:solidFill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5400000" algn="t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endParaRPr sz="1500" b="1" i="1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endParaRPr>
            </a:p>
          </p:txBody>
        </p:sp>
        <p:sp>
          <p:nvSpPr>
            <p:cNvPr id="1034" name="Google Shape;1034;p279"/>
            <p:cNvSpPr/>
            <p:nvPr/>
          </p:nvSpPr>
          <p:spPr>
            <a:xfrm>
              <a:off x="3375025" y="865188"/>
              <a:ext cx="206375" cy="207962"/>
            </a:xfrm>
            <a:prstGeom prst="ellipse">
              <a:avLst/>
            </a:prstGeom>
            <a:solidFill>
              <a:schemeClr val="dk2"/>
            </a:solidFill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5400000" algn="t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endParaRPr sz="2000" b="1" i="1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endParaRPr>
            </a:p>
          </p:txBody>
        </p:sp>
        <p:sp>
          <p:nvSpPr>
            <p:cNvPr id="1036" name="Google Shape;1036;p279"/>
            <p:cNvSpPr/>
            <p:nvPr/>
          </p:nvSpPr>
          <p:spPr>
            <a:xfrm>
              <a:off x="3375025" y="1484313"/>
              <a:ext cx="206375" cy="207962"/>
            </a:xfrm>
            <a:prstGeom prst="ellipse">
              <a:avLst/>
            </a:prstGeom>
            <a:solidFill>
              <a:srgbClr val="D8D8D8"/>
            </a:solidFill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5400000" algn="t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endParaRPr sz="2000" b="1" i="1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endParaRPr>
            </a:p>
          </p:txBody>
        </p:sp>
        <p:sp>
          <p:nvSpPr>
            <p:cNvPr id="1044" name="Google Shape;1044;p279"/>
            <p:cNvSpPr/>
            <p:nvPr/>
          </p:nvSpPr>
          <p:spPr>
            <a:xfrm>
              <a:off x="3375025" y="3341688"/>
              <a:ext cx="206375" cy="206375"/>
            </a:xfrm>
            <a:prstGeom prst="ellipse">
              <a:avLst/>
            </a:prstGeom>
            <a:solidFill>
              <a:schemeClr val="dk2"/>
            </a:solidFill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5400000" algn="t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endParaRPr sz="2000" b="1" i="1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endParaRPr>
            </a:p>
          </p:txBody>
        </p:sp>
        <p:sp>
          <p:nvSpPr>
            <p:cNvPr id="1042" name="Google Shape;1042;p279"/>
            <p:cNvSpPr/>
            <p:nvPr/>
          </p:nvSpPr>
          <p:spPr>
            <a:xfrm>
              <a:off x="3375025" y="3959226"/>
              <a:ext cx="206375" cy="207963"/>
            </a:xfrm>
            <a:prstGeom prst="ellipse">
              <a:avLst/>
            </a:prstGeom>
            <a:solidFill>
              <a:srgbClr val="D8D8D8"/>
            </a:solidFill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5400000" algn="t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endParaRPr sz="2000" b="1" i="1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endParaRPr>
            </a:p>
          </p:txBody>
        </p:sp>
        <p:sp>
          <p:nvSpPr>
            <p:cNvPr id="1038" name="Google Shape;1038;p279"/>
            <p:cNvSpPr/>
            <p:nvPr/>
          </p:nvSpPr>
          <p:spPr>
            <a:xfrm>
              <a:off x="3375025" y="2103438"/>
              <a:ext cx="206375" cy="206375"/>
            </a:xfrm>
            <a:prstGeom prst="ellipse">
              <a:avLst/>
            </a:prstGeom>
            <a:solidFill>
              <a:schemeClr val="dk2"/>
            </a:solidFill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5400000" algn="t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endParaRPr sz="2000" b="1" i="1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endParaRPr>
            </a:p>
          </p:txBody>
        </p:sp>
        <p:sp>
          <p:nvSpPr>
            <p:cNvPr id="1046" name="Google Shape;1046;p279"/>
            <p:cNvSpPr/>
            <p:nvPr/>
          </p:nvSpPr>
          <p:spPr>
            <a:xfrm>
              <a:off x="3375025" y="2722563"/>
              <a:ext cx="206375" cy="206375"/>
            </a:xfrm>
            <a:prstGeom prst="ellipse">
              <a:avLst/>
            </a:prstGeom>
            <a:solidFill>
              <a:srgbClr val="D8D8D8"/>
            </a:solidFill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5400000" algn="t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endParaRPr sz="2000" b="1" i="1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endParaRPr>
            </a:p>
          </p:txBody>
        </p:sp>
        <p:sp>
          <p:nvSpPr>
            <p:cNvPr id="1040" name="Google Shape;1040;p279"/>
            <p:cNvSpPr/>
            <p:nvPr/>
          </p:nvSpPr>
          <p:spPr>
            <a:xfrm>
              <a:off x="3375025" y="4578350"/>
              <a:ext cx="206375" cy="207963"/>
            </a:xfrm>
            <a:prstGeom prst="ellipse">
              <a:avLst/>
            </a:prstGeom>
            <a:solidFill>
              <a:schemeClr val="dk2"/>
            </a:solidFill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5400000" algn="t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endParaRPr sz="2000" b="1" i="1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endParaRPr>
            </a:p>
          </p:txBody>
        </p:sp>
      </p:grpSp>
      <p:sp>
        <p:nvSpPr>
          <p:cNvPr id="1047" name="Google Shape;1047;p279"/>
          <p:cNvSpPr txBox="1">
            <a:spLocks noGrp="1"/>
          </p:cNvSpPr>
          <p:nvPr>
            <p:ph type="body" idx="1"/>
          </p:nvPr>
        </p:nvSpPr>
        <p:spPr>
          <a:xfrm>
            <a:off x="1185201" y="2658059"/>
            <a:ext cx="1714750" cy="32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48" name="Google Shape;1048;p279"/>
          <p:cNvSpPr txBox="1">
            <a:spLocks noGrp="1"/>
          </p:cNvSpPr>
          <p:nvPr>
            <p:ph type="body" idx="2"/>
          </p:nvPr>
        </p:nvSpPr>
        <p:spPr>
          <a:xfrm>
            <a:off x="4227733" y="1427958"/>
            <a:ext cx="4206055" cy="32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49" name="Google Shape;1049;p279"/>
          <p:cNvSpPr txBox="1">
            <a:spLocks noGrp="1"/>
          </p:cNvSpPr>
          <p:nvPr>
            <p:ph type="body" idx="3"/>
          </p:nvPr>
        </p:nvSpPr>
        <p:spPr>
          <a:xfrm>
            <a:off x="4227733" y="2665678"/>
            <a:ext cx="4206055" cy="32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50" name="Google Shape;1050;p279"/>
          <p:cNvSpPr txBox="1">
            <a:spLocks noGrp="1"/>
          </p:cNvSpPr>
          <p:nvPr>
            <p:ph type="body" idx="4"/>
          </p:nvPr>
        </p:nvSpPr>
        <p:spPr>
          <a:xfrm>
            <a:off x="4227733" y="3903398"/>
            <a:ext cx="4206055" cy="32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51" name="Google Shape;1051;p279"/>
          <p:cNvSpPr txBox="1">
            <a:spLocks noGrp="1"/>
          </p:cNvSpPr>
          <p:nvPr>
            <p:ph type="body" idx="5"/>
          </p:nvPr>
        </p:nvSpPr>
        <p:spPr>
          <a:xfrm>
            <a:off x="4227733" y="809098"/>
            <a:ext cx="4206055" cy="32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52" name="Google Shape;1052;p279"/>
          <p:cNvSpPr txBox="1">
            <a:spLocks noGrp="1"/>
          </p:cNvSpPr>
          <p:nvPr>
            <p:ph type="body" idx="6"/>
          </p:nvPr>
        </p:nvSpPr>
        <p:spPr>
          <a:xfrm>
            <a:off x="4227733" y="2046818"/>
            <a:ext cx="4206055" cy="32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53" name="Google Shape;1053;p279"/>
          <p:cNvSpPr txBox="1">
            <a:spLocks noGrp="1"/>
          </p:cNvSpPr>
          <p:nvPr>
            <p:ph type="body" idx="7"/>
          </p:nvPr>
        </p:nvSpPr>
        <p:spPr>
          <a:xfrm>
            <a:off x="4227733" y="3284538"/>
            <a:ext cx="4206055" cy="32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54" name="Google Shape;1054;p279"/>
          <p:cNvSpPr txBox="1">
            <a:spLocks noGrp="1"/>
          </p:cNvSpPr>
          <p:nvPr>
            <p:ph type="body" idx="8"/>
          </p:nvPr>
        </p:nvSpPr>
        <p:spPr>
          <a:xfrm>
            <a:off x="4227733" y="4522260"/>
            <a:ext cx="4206055" cy="32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1_Section title and description 13">
    <p:spTree>
      <p:nvGrpSpPr>
        <p:cNvPr id="1" name="Shape 10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6" name="Google Shape;1056;p280" descr="Shape&#10;&#10;Description automatically generated with low confidenc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3990" cy="5143494"/>
          </a:xfrm>
          <a:prstGeom prst="rect">
            <a:avLst/>
          </a:prstGeom>
          <a:noFill/>
          <a:ln>
            <a:noFill/>
          </a:ln>
        </p:spPr>
      </p:pic>
      <p:sp>
        <p:nvSpPr>
          <p:cNvPr id="1057" name="Google Shape;1057;p280"/>
          <p:cNvSpPr txBox="1">
            <a:spLocks noGrp="1"/>
          </p:cNvSpPr>
          <p:nvPr>
            <p:ph type="title"/>
          </p:nvPr>
        </p:nvSpPr>
        <p:spPr>
          <a:xfrm>
            <a:off x="135731" y="202405"/>
            <a:ext cx="7886700" cy="344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366A"/>
              </a:buClr>
              <a:buSzPts val="1700"/>
              <a:buFont typeface="Public Sans"/>
              <a:buNone/>
              <a:defRPr sz="1700" b="1" i="0" u="none" strike="noStrike" cap="none">
                <a:solidFill>
                  <a:srgbClr val="22366A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58" name="Google Shape;1058;p280"/>
          <p:cNvSpPr/>
          <p:nvPr/>
        </p:nvSpPr>
        <p:spPr>
          <a:xfrm>
            <a:off x="0" y="202405"/>
            <a:ext cx="135731" cy="344091"/>
          </a:xfrm>
          <a:prstGeom prst="rect">
            <a:avLst/>
          </a:prstGeom>
          <a:solidFill>
            <a:srgbClr val="22366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59" name="Google Shape;1059;p280"/>
          <p:cNvGrpSpPr/>
          <p:nvPr/>
        </p:nvGrpSpPr>
        <p:grpSpPr>
          <a:xfrm>
            <a:off x="1060707" y="857568"/>
            <a:ext cx="3060700" cy="3921125"/>
            <a:chOff x="520700" y="865188"/>
            <a:chExt cx="3060700" cy="3921125"/>
          </a:xfrm>
        </p:grpSpPr>
        <p:cxnSp>
          <p:nvCxnSpPr>
            <p:cNvPr id="1060" name="Google Shape;1060;p280"/>
            <p:cNvCxnSpPr>
              <a:stCxn id="1061" idx="6"/>
              <a:endCxn id="1062" idx="2"/>
            </p:cNvCxnSpPr>
            <p:nvPr/>
          </p:nvCxnSpPr>
          <p:spPr>
            <a:xfrm rot="10800000" flipH="1">
              <a:off x="2484438" y="969051"/>
              <a:ext cx="890700" cy="1856700"/>
            </a:xfrm>
            <a:prstGeom prst="bentConnector3">
              <a:avLst>
                <a:gd name="adj1" fmla="val -71254"/>
              </a:avLst>
            </a:prstGeom>
            <a:noFill/>
            <a:ln w="12700" cap="flat" cmpd="sng">
              <a:solidFill>
                <a:srgbClr val="D8D8D8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063" name="Google Shape;1063;p280"/>
            <p:cNvCxnSpPr>
              <a:stCxn id="1061" idx="6"/>
              <a:endCxn id="1064" idx="2"/>
            </p:cNvCxnSpPr>
            <p:nvPr/>
          </p:nvCxnSpPr>
          <p:spPr>
            <a:xfrm rot="10800000" flipH="1">
              <a:off x="2484438" y="1588251"/>
              <a:ext cx="890700" cy="1237500"/>
            </a:xfrm>
            <a:prstGeom prst="bentConnector3">
              <a:avLst>
                <a:gd name="adj1" fmla="val -71254"/>
              </a:avLst>
            </a:prstGeom>
            <a:noFill/>
            <a:ln w="12700" cap="flat" cmpd="sng">
              <a:solidFill>
                <a:srgbClr val="D8D8D8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065" name="Google Shape;1065;p280"/>
            <p:cNvCxnSpPr>
              <a:stCxn id="1061" idx="6"/>
              <a:endCxn id="1066" idx="2"/>
            </p:cNvCxnSpPr>
            <p:nvPr/>
          </p:nvCxnSpPr>
          <p:spPr>
            <a:xfrm rot="10800000" flipH="1">
              <a:off x="2484438" y="2206551"/>
              <a:ext cx="890700" cy="619200"/>
            </a:xfrm>
            <a:prstGeom prst="bentConnector3">
              <a:avLst>
                <a:gd name="adj1" fmla="val -71254"/>
              </a:avLst>
            </a:prstGeom>
            <a:noFill/>
            <a:ln w="12700" cap="flat" cmpd="sng">
              <a:solidFill>
                <a:srgbClr val="D8D8D8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067" name="Google Shape;1067;p280"/>
            <p:cNvCxnSpPr>
              <a:stCxn id="1061" idx="6"/>
              <a:endCxn id="1068" idx="2"/>
            </p:cNvCxnSpPr>
            <p:nvPr/>
          </p:nvCxnSpPr>
          <p:spPr>
            <a:xfrm>
              <a:off x="2484438" y="2825751"/>
              <a:ext cx="890700" cy="1856700"/>
            </a:xfrm>
            <a:prstGeom prst="bentConnector3">
              <a:avLst>
                <a:gd name="adj1" fmla="val -71254"/>
              </a:avLst>
            </a:prstGeom>
            <a:noFill/>
            <a:ln w="12700" cap="flat" cmpd="sng">
              <a:solidFill>
                <a:srgbClr val="D8D8D8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069" name="Google Shape;1069;p280"/>
            <p:cNvCxnSpPr>
              <a:stCxn id="1061" idx="6"/>
              <a:endCxn id="1070" idx="2"/>
            </p:cNvCxnSpPr>
            <p:nvPr/>
          </p:nvCxnSpPr>
          <p:spPr>
            <a:xfrm>
              <a:off x="2484438" y="2825751"/>
              <a:ext cx="890700" cy="1237500"/>
            </a:xfrm>
            <a:prstGeom prst="bentConnector3">
              <a:avLst>
                <a:gd name="adj1" fmla="val -71254"/>
              </a:avLst>
            </a:prstGeom>
            <a:noFill/>
            <a:ln w="12700" cap="flat" cmpd="sng">
              <a:solidFill>
                <a:srgbClr val="D8D8D8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071" name="Google Shape;1071;p280"/>
            <p:cNvCxnSpPr>
              <a:stCxn id="1061" idx="6"/>
              <a:endCxn id="1072" idx="2"/>
            </p:cNvCxnSpPr>
            <p:nvPr/>
          </p:nvCxnSpPr>
          <p:spPr>
            <a:xfrm>
              <a:off x="2484438" y="2825750"/>
              <a:ext cx="890700" cy="619200"/>
            </a:xfrm>
            <a:prstGeom prst="bentConnector3">
              <a:avLst>
                <a:gd name="adj1" fmla="val -71254"/>
              </a:avLst>
            </a:prstGeom>
            <a:noFill/>
            <a:ln w="12700" cap="flat" cmpd="sng">
              <a:solidFill>
                <a:srgbClr val="D8D8D8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073" name="Google Shape;1073;p280"/>
            <p:cNvCxnSpPr>
              <a:endCxn id="1074" idx="2"/>
            </p:cNvCxnSpPr>
            <p:nvPr/>
          </p:nvCxnSpPr>
          <p:spPr>
            <a:xfrm>
              <a:off x="2484325" y="2825751"/>
              <a:ext cx="890700" cy="0"/>
            </a:xfrm>
            <a:prstGeom prst="straightConnector1">
              <a:avLst/>
            </a:prstGeom>
            <a:noFill/>
            <a:ln w="12700" cap="flat" cmpd="sng">
              <a:solidFill>
                <a:srgbClr val="D8D8D8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061" name="Google Shape;1061;p280"/>
            <p:cNvSpPr/>
            <p:nvPr/>
          </p:nvSpPr>
          <p:spPr>
            <a:xfrm>
              <a:off x="520700" y="1843088"/>
              <a:ext cx="1963738" cy="1965325"/>
            </a:xfrm>
            <a:prstGeom prst="ellipse">
              <a:avLst/>
            </a:prstGeom>
            <a:solidFill>
              <a:schemeClr val="dk2"/>
            </a:solidFill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5400000" algn="t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endParaRPr sz="1500" b="1" i="1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endParaRPr>
            </a:p>
          </p:txBody>
        </p:sp>
        <p:sp>
          <p:nvSpPr>
            <p:cNvPr id="1062" name="Google Shape;1062;p280"/>
            <p:cNvSpPr/>
            <p:nvPr/>
          </p:nvSpPr>
          <p:spPr>
            <a:xfrm>
              <a:off x="3375025" y="865188"/>
              <a:ext cx="206375" cy="207962"/>
            </a:xfrm>
            <a:prstGeom prst="ellipse">
              <a:avLst/>
            </a:prstGeom>
            <a:solidFill>
              <a:schemeClr val="lt2"/>
            </a:solidFill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5400000" algn="t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endParaRPr sz="2000" b="1" i="1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endParaRPr>
            </a:p>
          </p:txBody>
        </p:sp>
        <p:sp>
          <p:nvSpPr>
            <p:cNvPr id="1064" name="Google Shape;1064;p280"/>
            <p:cNvSpPr/>
            <p:nvPr/>
          </p:nvSpPr>
          <p:spPr>
            <a:xfrm>
              <a:off x="3375025" y="1484313"/>
              <a:ext cx="206375" cy="207962"/>
            </a:xfrm>
            <a:prstGeom prst="ellipse">
              <a:avLst/>
            </a:prstGeom>
            <a:solidFill>
              <a:srgbClr val="D8D8D8"/>
            </a:solidFill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5400000" algn="t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endParaRPr sz="2000" b="1" i="1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endParaRPr>
            </a:p>
          </p:txBody>
        </p:sp>
        <p:sp>
          <p:nvSpPr>
            <p:cNvPr id="1072" name="Google Shape;1072;p280"/>
            <p:cNvSpPr/>
            <p:nvPr/>
          </p:nvSpPr>
          <p:spPr>
            <a:xfrm>
              <a:off x="3375025" y="3341688"/>
              <a:ext cx="206375" cy="206375"/>
            </a:xfrm>
            <a:prstGeom prst="ellipse">
              <a:avLst/>
            </a:prstGeom>
            <a:solidFill>
              <a:schemeClr val="lt2"/>
            </a:solidFill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5400000" algn="t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endParaRPr sz="2000" b="1" i="1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endParaRPr>
            </a:p>
          </p:txBody>
        </p:sp>
        <p:sp>
          <p:nvSpPr>
            <p:cNvPr id="1070" name="Google Shape;1070;p280"/>
            <p:cNvSpPr/>
            <p:nvPr/>
          </p:nvSpPr>
          <p:spPr>
            <a:xfrm>
              <a:off x="3375025" y="3959226"/>
              <a:ext cx="206375" cy="207963"/>
            </a:xfrm>
            <a:prstGeom prst="ellipse">
              <a:avLst/>
            </a:prstGeom>
            <a:solidFill>
              <a:srgbClr val="D8D8D8"/>
            </a:solidFill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5400000" algn="t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endParaRPr sz="2000" b="1" i="1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endParaRPr>
            </a:p>
          </p:txBody>
        </p:sp>
        <p:sp>
          <p:nvSpPr>
            <p:cNvPr id="1066" name="Google Shape;1066;p280"/>
            <p:cNvSpPr/>
            <p:nvPr/>
          </p:nvSpPr>
          <p:spPr>
            <a:xfrm>
              <a:off x="3375025" y="2103438"/>
              <a:ext cx="206375" cy="206375"/>
            </a:xfrm>
            <a:prstGeom prst="ellipse">
              <a:avLst/>
            </a:prstGeom>
            <a:solidFill>
              <a:schemeClr val="lt2"/>
            </a:solidFill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5400000" algn="t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endParaRPr sz="2000" b="1" i="1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endParaRPr>
            </a:p>
          </p:txBody>
        </p:sp>
        <p:sp>
          <p:nvSpPr>
            <p:cNvPr id="1074" name="Google Shape;1074;p280"/>
            <p:cNvSpPr/>
            <p:nvPr/>
          </p:nvSpPr>
          <p:spPr>
            <a:xfrm>
              <a:off x="3375025" y="2722563"/>
              <a:ext cx="206375" cy="206375"/>
            </a:xfrm>
            <a:prstGeom prst="ellipse">
              <a:avLst/>
            </a:prstGeom>
            <a:solidFill>
              <a:srgbClr val="D8D8D8"/>
            </a:solidFill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5400000" algn="t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endParaRPr sz="2000" b="1" i="1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endParaRPr>
            </a:p>
          </p:txBody>
        </p:sp>
        <p:sp>
          <p:nvSpPr>
            <p:cNvPr id="1068" name="Google Shape;1068;p280"/>
            <p:cNvSpPr/>
            <p:nvPr/>
          </p:nvSpPr>
          <p:spPr>
            <a:xfrm>
              <a:off x="3375025" y="4578350"/>
              <a:ext cx="206375" cy="207963"/>
            </a:xfrm>
            <a:prstGeom prst="ellipse">
              <a:avLst/>
            </a:prstGeom>
            <a:solidFill>
              <a:schemeClr val="lt2"/>
            </a:solidFill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5400000" algn="t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endParaRPr sz="2000" b="1" i="1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endParaRPr>
            </a:p>
          </p:txBody>
        </p:sp>
      </p:grpSp>
      <p:sp>
        <p:nvSpPr>
          <p:cNvPr id="1075" name="Google Shape;1075;p280"/>
          <p:cNvSpPr txBox="1">
            <a:spLocks noGrp="1"/>
          </p:cNvSpPr>
          <p:nvPr>
            <p:ph type="body" idx="1"/>
          </p:nvPr>
        </p:nvSpPr>
        <p:spPr>
          <a:xfrm>
            <a:off x="1185201" y="2658059"/>
            <a:ext cx="1714750" cy="32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76" name="Google Shape;1076;p280"/>
          <p:cNvSpPr txBox="1">
            <a:spLocks noGrp="1"/>
          </p:cNvSpPr>
          <p:nvPr>
            <p:ph type="body" idx="2"/>
          </p:nvPr>
        </p:nvSpPr>
        <p:spPr>
          <a:xfrm>
            <a:off x="4227733" y="1427958"/>
            <a:ext cx="4206055" cy="32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77" name="Google Shape;1077;p280"/>
          <p:cNvSpPr txBox="1">
            <a:spLocks noGrp="1"/>
          </p:cNvSpPr>
          <p:nvPr>
            <p:ph type="body" idx="3"/>
          </p:nvPr>
        </p:nvSpPr>
        <p:spPr>
          <a:xfrm>
            <a:off x="4227733" y="2665678"/>
            <a:ext cx="4206055" cy="32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78" name="Google Shape;1078;p280"/>
          <p:cNvSpPr txBox="1">
            <a:spLocks noGrp="1"/>
          </p:cNvSpPr>
          <p:nvPr>
            <p:ph type="body" idx="4"/>
          </p:nvPr>
        </p:nvSpPr>
        <p:spPr>
          <a:xfrm>
            <a:off x="4227733" y="3903398"/>
            <a:ext cx="4206055" cy="32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79" name="Google Shape;1079;p280"/>
          <p:cNvSpPr txBox="1">
            <a:spLocks noGrp="1"/>
          </p:cNvSpPr>
          <p:nvPr>
            <p:ph type="body" idx="5"/>
          </p:nvPr>
        </p:nvSpPr>
        <p:spPr>
          <a:xfrm>
            <a:off x="4227733" y="809098"/>
            <a:ext cx="4206055" cy="32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80" name="Google Shape;1080;p280"/>
          <p:cNvSpPr txBox="1">
            <a:spLocks noGrp="1"/>
          </p:cNvSpPr>
          <p:nvPr>
            <p:ph type="body" idx="6"/>
          </p:nvPr>
        </p:nvSpPr>
        <p:spPr>
          <a:xfrm>
            <a:off x="4227733" y="2046818"/>
            <a:ext cx="4206055" cy="32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81" name="Google Shape;1081;p280"/>
          <p:cNvSpPr txBox="1">
            <a:spLocks noGrp="1"/>
          </p:cNvSpPr>
          <p:nvPr>
            <p:ph type="body" idx="7"/>
          </p:nvPr>
        </p:nvSpPr>
        <p:spPr>
          <a:xfrm>
            <a:off x="4227733" y="3284538"/>
            <a:ext cx="4206055" cy="32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82" name="Google Shape;1082;p280"/>
          <p:cNvSpPr txBox="1">
            <a:spLocks noGrp="1"/>
          </p:cNvSpPr>
          <p:nvPr>
            <p:ph type="body" idx="8"/>
          </p:nvPr>
        </p:nvSpPr>
        <p:spPr>
          <a:xfrm>
            <a:off x="4227733" y="4522260"/>
            <a:ext cx="4206055" cy="32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1_Section title and description 14">
    <p:spTree>
      <p:nvGrpSpPr>
        <p:cNvPr id="1" name="Shape 10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4" name="Google Shape;1084;p281" descr="Shape&#10;&#10;Description automatically generated with low confidenc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3990" cy="5143494"/>
          </a:xfrm>
          <a:prstGeom prst="rect">
            <a:avLst/>
          </a:prstGeom>
          <a:noFill/>
          <a:ln>
            <a:noFill/>
          </a:ln>
        </p:spPr>
      </p:pic>
      <p:sp>
        <p:nvSpPr>
          <p:cNvPr id="1085" name="Google Shape;1085;p281"/>
          <p:cNvSpPr txBox="1">
            <a:spLocks noGrp="1"/>
          </p:cNvSpPr>
          <p:nvPr>
            <p:ph type="title"/>
          </p:nvPr>
        </p:nvSpPr>
        <p:spPr>
          <a:xfrm>
            <a:off x="135731" y="202405"/>
            <a:ext cx="7886700" cy="344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366A"/>
              </a:buClr>
              <a:buSzPts val="1700"/>
              <a:buFont typeface="Public Sans"/>
              <a:buNone/>
              <a:defRPr sz="1700" b="1" i="0" u="none" strike="noStrike" cap="none">
                <a:solidFill>
                  <a:srgbClr val="22366A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86" name="Google Shape;1086;p281"/>
          <p:cNvSpPr/>
          <p:nvPr/>
        </p:nvSpPr>
        <p:spPr>
          <a:xfrm>
            <a:off x="0" y="202405"/>
            <a:ext cx="135731" cy="344091"/>
          </a:xfrm>
          <a:prstGeom prst="rect">
            <a:avLst/>
          </a:prstGeom>
          <a:solidFill>
            <a:srgbClr val="22366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87" name="Google Shape;1087;p281"/>
          <p:cNvGrpSpPr/>
          <p:nvPr/>
        </p:nvGrpSpPr>
        <p:grpSpPr>
          <a:xfrm>
            <a:off x="1060707" y="857568"/>
            <a:ext cx="3060700" cy="3921125"/>
            <a:chOff x="520700" y="865188"/>
            <a:chExt cx="3060700" cy="3921125"/>
          </a:xfrm>
        </p:grpSpPr>
        <p:cxnSp>
          <p:nvCxnSpPr>
            <p:cNvPr id="1088" name="Google Shape;1088;p281"/>
            <p:cNvCxnSpPr>
              <a:stCxn id="1089" idx="6"/>
              <a:endCxn id="1090" idx="2"/>
            </p:cNvCxnSpPr>
            <p:nvPr/>
          </p:nvCxnSpPr>
          <p:spPr>
            <a:xfrm rot="10800000" flipH="1">
              <a:off x="2484438" y="969051"/>
              <a:ext cx="890700" cy="1856700"/>
            </a:xfrm>
            <a:prstGeom prst="bentConnector3">
              <a:avLst>
                <a:gd name="adj1" fmla="val -71254"/>
              </a:avLst>
            </a:prstGeom>
            <a:noFill/>
            <a:ln w="12700" cap="flat" cmpd="sng">
              <a:solidFill>
                <a:srgbClr val="D8D8D8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091" name="Google Shape;1091;p281"/>
            <p:cNvCxnSpPr>
              <a:stCxn id="1089" idx="6"/>
              <a:endCxn id="1092" idx="2"/>
            </p:cNvCxnSpPr>
            <p:nvPr/>
          </p:nvCxnSpPr>
          <p:spPr>
            <a:xfrm rot="10800000" flipH="1">
              <a:off x="2484438" y="1588251"/>
              <a:ext cx="890700" cy="1237500"/>
            </a:xfrm>
            <a:prstGeom prst="bentConnector3">
              <a:avLst>
                <a:gd name="adj1" fmla="val -71254"/>
              </a:avLst>
            </a:prstGeom>
            <a:noFill/>
            <a:ln w="12700" cap="flat" cmpd="sng">
              <a:solidFill>
                <a:srgbClr val="D8D8D8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093" name="Google Shape;1093;p281"/>
            <p:cNvCxnSpPr>
              <a:stCxn id="1089" idx="6"/>
              <a:endCxn id="1094" idx="2"/>
            </p:cNvCxnSpPr>
            <p:nvPr/>
          </p:nvCxnSpPr>
          <p:spPr>
            <a:xfrm rot="10800000" flipH="1">
              <a:off x="2484438" y="2206551"/>
              <a:ext cx="890700" cy="619200"/>
            </a:xfrm>
            <a:prstGeom prst="bentConnector3">
              <a:avLst>
                <a:gd name="adj1" fmla="val -71254"/>
              </a:avLst>
            </a:prstGeom>
            <a:noFill/>
            <a:ln w="12700" cap="flat" cmpd="sng">
              <a:solidFill>
                <a:srgbClr val="D8D8D8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095" name="Google Shape;1095;p281"/>
            <p:cNvCxnSpPr>
              <a:stCxn id="1089" idx="6"/>
              <a:endCxn id="1096" idx="2"/>
            </p:cNvCxnSpPr>
            <p:nvPr/>
          </p:nvCxnSpPr>
          <p:spPr>
            <a:xfrm>
              <a:off x="2484438" y="2825751"/>
              <a:ext cx="890700" cy="1856700"/>
            </a:xfrm>
            <a:prstGeom prst="bentConnector3">
              <a:avLst>
                <a:gd name="adj1" fmla="val -71254"/>
              </a:avLst>
            </a:prstGeom>
            <a:noFill/>
            <a:ln w="12700" cap="flat" cmpd="sng">
              <a:solidFill>
                <a:srgbClr val="D8D8D8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097" name="Google Shape;1097;p281"/>
            <p:cNvCxnSpPr>
              <a:stCxn id="1089" idx="6"/>
              <a:endCxn id="1098" idx="2"/>
            </p:cNvCxnSpPr>
            <p:nvPr/>
          </p:nvCxnSpPr>
          <p:spPr>
            <a:xfrm>
              <a:off x="2484438" y="2825751"/>
              <a:ext cx="890700" cy="1237500"/>
            </a:xfrm>
            <a:prstGeom prst="bentConnector3">
              <a:avLst>
                <a:gd name="adj1" fmla="val -71254"/>
              </a:avLst>
            </a:prstGeom>
            <a:noFill/>
            <a:ln w="12700" cap="flat" cmpd="sng">
              <a:solidFill>
                <a:srgbClr val="D8D8D8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099" name="Google Shape;1099;p281"/>
            <p:cNvCxnSpPr>
              <a:stCxn id="1089" idx="6"/>
              <a:endCxn id="1100" idx="2"/>
            </p:cNvCxnSpPr>
            <p:nvPr/>
          </p:nvCxnSpPr>
          <p:spPr>
            <a:xfrm>
              <a:off x="2484438" y="2825750"/>
              <a:ext cx="890700" cy="619200"/>
            </a:xfrm>
            <a:prstGeom prst="bentConnector3">
              <a:avLst>
                <a:gd name="adj1" fmla="val -71254"/>
              </a:avLst>
            </a:prstGeom>
            <a:noFill/>
            <a:ln w="12700" cap="flat" cmpd="sng">
              <a:solidFill>
                <a:srgbClr val="D8D8D8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101" name="Google Shape;1101;p281"/>
            <p:cNvCxnSpPr>
              <a:endCxn id="1102" idx="2"/>
            </p:cNvCxnSpPr>
            <p:nvPr/>
          </p:nvCxnSpPr>
          <p:spPr>
            <a:xfrm>
              <a:off x="2484325" y="2825751"/>
              <a:ext cx="890700" cy="0"/>
            </a:xfrm>
            <a:prstGeom prst="straightConnector1">
              <a:avLst/>
            </a:prstGeom>
            <a:noFill/>
            <a:ln w="12700" cap="flat" cmpd="sng">
              <a:solidFill>
                <a:srgbClr val="D8D8D8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089" name="Google Shape;1089;p281"/>
            <p:cNvSpPr/>
            <p:nvPr/>
          </p:nvSpPr>
          <p:spPr>
            <a:xfrm>
              <a:off x="520700" y="1843088"/>
              <a:ext cx="1963738" cy="1965325"/>
            </a:xfrm>
            <a:prstGeom prst="ellipse">
              <a:avLst/>
            </a:prstGeom>
            <a:solidFill>
              <a:schemeClr val="accent1"/>
            </a:solidFill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5400000" algn="t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endParaRPr sz="1500" b="1" i="1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endParaRPr>
            </a:p>
          </p:txBody>
        </p:sp>
        <p:sp>
          <p:nvSpPr>
            <p:cNvPr id="1090" name="Google Shape;1090;p281"/>
            <p:cNvSpPr/>
            <p:nvPr/>
          </p:nvSpPr>
          <p:spPr>
            <a:xfrm>
              <a:off x="3375025" y="865188"/>
              <a:ext cx="206375" cy="207962"/>
            </a:xfrm>
            <a:prstGeom prst="ellipse">
              <a:avLst/>
            </a:prstGeom>
            <a:solidFill>
              <a:schemeClr val="accent4"/>
            </a:solidFill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5400000" algn="t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endParaRPr sz="2000" b="1" i="1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endParaRPr>
            </a:p>
          </p:txBody>
        </p:sp>
        <p:sp>
          <p:nvSpPr>
            <p:cNvPr id="1092" name="Google Shape;1092;p281"/>
            <p:cNvSpPr/>
            <p:nvPr/>
          </p:nvSpPr>
          <p:spPr>
            <a:xfrm>
              <a:off x="3375025" y="1484313"/>
              <a:ext cx="206375" cy="207962"/>
            </a:xfrm>
            <a:prstGeom prst="ellipse">
              <a:avLst/>
            </a:prstGeom>
            <a:solidFill>
              <a:srgbClr val="D8D8D8"/>
            </a:solidFill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5400000" algn="t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endParaRPr sz="2000" b="1" i="1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endParaRPr>
            </a:p>
          </p:txBody>
        </p:sp>
        <p:sp>
          <p:nvSpPr>
            <p:cNvPr id="1100" name="Google Shape;1100;p281"/>
            <p:cNvSpPr/>
            <p:nvPr/>
          </p:nvSpPr>
          <p:spPr>
            <a:xfrm>
              <a:off x="3375025" y="3341688"/>
              <a:ext cx="206375" cy="206375"/>
            </a:xfrm>
            <a:prstGeom prst="ellipse">
              <a:avLst/>
            </a:prstGeom>
            <a:solidFill>
              <a:schemeClr val="accent4"/>
            </a:solidFill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5400000" algn="t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endParaRPr sz="2000" b="1" i="1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endParaRPr>
            </a:p>
          </p:txBody>
        </p:sp>
        <p:sp>
          <p:nvSpPr>
            <p:cNvPr id="1098" name="Google Shape;1098;p281"/>
            <p:cNvSpPr/>
            <p:nvPr/>
          </p:nvSpPr>
          <p:spPr>
            <a:xfrm>
              <a:off x="3375025" y="3959226"/>
              <a:ext cx="206375" cy="207963"/>
            </a:xfrm>
            <a:prstGeom prst="ellipse">
              <a:avLst/>
            </a:prstGeom>
            <a:solidFill>
              <a:srgbClr val="D8D8D8"/>
            </a:solidFill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5400000" algn="t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endParaRPr sz="2000" b="1" i="1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endParaRPr>
            </a:p>
          </p:txBody>
        </p:sp>
        <p:sp>
          <p:nvSpPr>
            <p:cNvPr id="1094" name="Google Shape;1094;p281"/>
            <p:cNvSpPr/>
            <p:nvPr/>
          </p:nvSpPr>
          <p:spPr>
            <a:xfrm>
              <a:off x="3375025" y="2103438"/>
              <a:ext cx="206375" cy="206375"/>
            </a:xfrm>
            <a:prstGeom prst="ellipse">
              <a:avLst/>
            </a:prstGeom>
            <a:solidFill>
              <a:schemeClr val="accent4"/>
            </a:solidFill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5400000" algn="t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endParaRPr sz="2000" b="1" i="1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endParaRPr>
            </a:p>
          </p:txBody>
        </p:sp>
        <p:sp>
          <p:nvSpPr>
            <p:cNvPr id="1102" name="Google Shape;1102;p281"/>
            <p:cNvSpPr/>
            <p:nvPr/>
          </p:nvSpPr>
          <p:spPr>
            <a:xfrm>
              <a:off x="3375025" y="2722563"/>
              <a:ext cx="206375" cy="206375"/>
            </a:xfrm>
            <a:prstGeom prst="ellipse">
              <a:avLst/>
            </a:prstGeom>
            <a:solidFill>
              <a:srgbClr val="D8D8D8"/>
            </a:solidFill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5400000" algn="t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endParaRPr sz="2000" b="1" i="1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endParaRPr>
            </a:p>
          </p:txBody>
        </p:sp>
        <p:sp>
          <p:nvSpPr>
            <p:cNvPr id="1096" name="Google Shape;1096;p281"/>
            <p:cNvSpPr/>
            <p:nvPr/>
          </p:nvSpPr>
          <p:spPr>
            <a:xfrm>
              <a:off x="3375025" y="4578350"/>
              <a:ext cx="206375" cy="207963"/>
            </a:xfrm>
            <a:prstGeom prst="ellipse">
              <a:avLst/>
            </a:prstGeom>
            <a:solidFill>
              <a:schemeClr val="accent4"/>
            </a:solidFill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5400000" algn="t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endParaRPr sz="2000" b="1" i="1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endParaRPr>
            </a:p>
          </p:txBody>
        </p:sp>
      </p:grpSp>
      <p:sp>
        <p:nvSpPr>
          <p:cNvPr id="1103" name="Google Shape;1103;p281"/>
          <p:cNvSpPr txBox="1">
            <a:spLocks noGrp="1"/>
          </p:cNvSpPr>
          <p:nvPr>
            <p:ph type="body" idx="1"/>
          </p:nvPr>
        </p:nvSpPr>
        <p:spPr>
          <a:xfrm>
            <a:off x="1185201" y="2658059"/>
            <a:ext cx="1714750" cy="32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04" name="Google Shape;1104;p281"/>
          <p:cNvSpPr txBox="1">
            <a:spLocks noGrp="1"/>
          </p:cNvSpPr>
          <p:nvPr>
            <p:ph type="body" idx="2"/>
          </p:nvPr>
        </p:nvSpPr>
        <p:spPr>
          <a:xfrm>
            <a:off x="4227733" y="1427958"/>
            <a:ext cx="4206055" cy="32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05" name="Google Shape;1105;p281"/>
          <p:cNvSpPr txBox="1">
            <a:spLocks noGrp="1"/>
          </p:cNvSpPr>
          <p:nvPr>
            <p:ph type="body" idx="3"/>
          </p:nvPr>
        </p:nvSpPr>
        <p:spPr>
          <a:xfrm>
            <a:off x="4227733" y="2665678"/>
            <a:ext cx="4206055" cy="32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06" name="Google Shape;1106;p281"/>
          <p:cNvSpPr txBox="1">
            <a:spLocks noGrp="1"/>
          </p:cNvSpPr>
          <p:nvPr>
            <p:ph type="body" idx="4"/>
          </p:nvPr>
        </p:nvSpPr>
        <p:spPr>
          <a:xfrm>
            <a:off x="4227733" y="3903398"/>
            <a:ext cx="4206055" cy="32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07" name="Google Shape;1107;p281"/>
          <p:cNvSpPr txBox="1">
            <a:spLocks noGrp="1"/>
          </p:cNvSpPr>
          <p:nvPr>
            <p:ph type="body" idx="5"/>
          </p:nvPr>
        </p:nvSpPr>
        <p:spPr>
          <a:xfrm>
            <a:off x="4227733" y="809098"/>
            <a:ext cx="4206055" cy="32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08" name="Google Shape;1108;p281"/>
          <p:cNvSpPr txBox="1">
            <a:spLocks noGrp="1"/>
          </p:cNvSpPr>
          <p:nvPr>
            <p:ph type="body" idx="6"/>
          </p:nvPr>
        </p:nvSpPr>
        <p:spPr>
          <a:xfrm>
            <a:off x="4227733" y="2046818"/>
            <a:ext cx="4206055" cy="32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09" name="Google Shape;1109;p281"/>
          <p:cNvSpPr txBox="1">
            <a:spLocks noGrp="1"/>
          </p:cNvSpPr>
          <p:nvPr>
            <p:ph type="body" idx="7"/>
          </p:nvPr>
        </p:nvSpPr>
        <p:spPr>
          <a:xfrm>
            <a:off x="4227733" y="3284538"/>
            <a:ext cx="4206055" cy="32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10" name="Google Shape;1110;p281"/>
          <p:cNvSpPr txBox="1">
            <a:spLocks noGrp="1"/>
          </p:cNvSpPr>
          <p:nvPr>
            <p:ph type="body" idx="8"/>
          </p:nvPr>
        </p:nvSpPr>
        <p:spPr>
          <a:xfrm>
            <a:off x="4227733" y="4522260"/>
            <a:ext cx="4206055" cy="32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1_Section title and description 16">
    <p:spTree>
      <p:nvGrpSpPr>
        <p:cNvPr id="1" name="Shape 1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2" name="Google Shape;1112;p283" descr="Shape&#10;&#10;Description automatically generated with low confidenc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3990" cy="5143494"/>
          </a:xfrm>
          <a:prstGeom prst="rect">
            <a:avLst/>
          </a:prstGeom>
          <a:noFill/>
          <a:ln>
            <a:noFill/>
          </a:ln>
        </p:spPr>
      </p:pic>
      <p:sp>
        <p:nvSpPr>
          <p:cNvPr id="1113" name="Google Shape;1113;p283"/>
          <p:cNvSpPr txBox="1">
            <a:spLocks noGrp="1"/>
          </p:cNvSpPr>
          <p:nvPr>
            <p:ph type="title"/>
          </p:nvPr>
        </p:nvSpPr>
        <p:spPr>
          <a:xfrm>
            <a:off x="135731" y="202405"/>
            <a:ext cx="7886700" cy="344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366A"/>
              </a:buClr>
              <a:buSzPts val="1700"/>
              <a:buFont typeface="Public Sans"/>
              <a:buNone/>
              <a:defRPr sz="1700" b="1" i="0" u="none" strike="noStrike" cap="none">
                <a:solidFill>
                  <a:srgbClr val="22366A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14" name="Google Shape;1114;p283"/>
          <p:cNvSpPr/>
          <p:nvPr/>
        </p:nvSpPr>
        <p:spPr>
          <a:xfrm>
            <a:off x="0" y="202405"/>
            <a:ext cx="135731" cy="344091"/>
          </a:xfrm>
          <a:prstGeom prst="rect">
            <a:avLst/>
          </a:prstGeom>
          <a:solidFill>
            <a:srgbClr val="22366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15" name="Google Shape;1115;p283"/>
          <p:cNvGrpSpPr/>
          <p:nvPr/>
        </p:nvGrpSpPr>
        <p:grpSpPr>
          <a:xfrm>
            <a:off x="1941529" y="1105301"/>
            <a:ext cx="5260942" cy="3388546"/>
            <a:chOff x="1941529" y="1120931"/>
            <a:chExt cx="5260942" cy="3388546"/>
          </a:xfrm>
        </p:grpSpPr>
        <p:sp>
          <p:nvSpPr>
            <p:cNvPr id="1116" name="Google Shape;1116;p283" descr="A picture containing icon&#10;&#10;Description automatically generated"/>
            <p:cNvSpPr/>
            <p:nvPr/>
          </p:nvSpPr>
          <p:spPr>
            <a:xfrm>
              <a:off x="1941529" y="1120931"/>
              <a:ext cx="5260942" cy="338854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7" name="Google Shape;1117;p283"/>
            <p:cNvSpPr txBox="1"/>
            <p:nvPr/>
          </p:nvSpPr>
          <p:spPr>
            <a:xfrm>
              <a:off x="2881078" y="1323880"/>
              <a:ext cx="358033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1" i="1" u="none" strike="noStrike" cap="none">
                  <a:solidFill>
                    <a:srgbClr val="000000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1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8" name="Google Shape;1118;p283"/>
            <p:cNvSpPr txBox="1"/>
            <p:nvPr/>
          </p:nvSpPr>
          <p:spPr>
            <a:xfrm>
              <a:off x="2121488" y="2164151"/>
              <a:ext cx="358033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1" i="1" u="none" strike="noStrike" cap="none">
                  <a:solidFill>
                    <a:srgbClr val="000000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3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9" name="Google Shape;1119;p283"/>
            <p:cNvSpPr txBox="1"/>
            <p:nvPr/>
          </p:nvSpPr>
          <p:spPr>
            <a:xfrm>
              <a:off x="2121487" y="3109811"/>
              <a:ext cx="358033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1" i="1" u="none" strike="noStrike" cap="none">
                  <a:solidFill>
                    <a:srgbClr val="000000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5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0" name="Google Shape;1120;p283"/>
            <p:cNvSpPr txBox="1"/>
            <p:nvPr/>
          </p:nvSpPr>
          <p:spPr>
            <a:xfrm>
              <a:off x="2881078" y="3988723"/>
              <a:ext cx="358033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1" i="1" u="none" strike="noStrike" cap="none">
                  <a:solidFill>
                    <a:srgbClr val="000000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7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1" name="Google Shape;1121;p283"/>
            <p:cNvSpPr txBox="1"/>
            <p:nvPr/>
          </p:nvSpPr>
          <p:spPr>
            <a:xfrm>
              <a:off x="5885786" y="3988723"/>
              <a:ext cx="358033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1" i="1" u="none" strike="noStrike" cap="none">
                  <a:solidFill>
                    <a:srgbClr val="000000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8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2" name="Google Shape;1122;p283"/>
            <p:cNvSpPr txBox="1"/>
            <p:nvPr/>
          </p:nvSpPr>
          <p:spPr>
            <a:xfrm>
              <a:off x="6646571" y="3116990"/>
              <a:ext cx="358033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1" i="1" u="none" strike="noStrike" cap="none">
                  <a:solidFill>
                    <a:srgbClr val="000000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6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3" name="Google Shape;1123;p283"/>
            <p:cNvSpPr txBox="1"/>
            <p:nvPr/>
          </p:nvSpPr>
          <p:spPr>
            <a:xfrm>
              <a:off x="6649241" y="2139182"/>
              <a:ext cx="358033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1" i="1" u="none" strike="noStrike" cap="none">
                  <a:solidFill>
                    <a:srgbClr val="000000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4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4" name="Google Shape;1124;p283"/>
            <p:cNvSpPr txBox="1"/>
            <p:nvPr/>
          </p:nvSpPr>
          <p:spPr>
            <a:xfrm>
              <a:off x="5885785" y="1321265"/>
              <a:ext cx="358033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1" i="1" u="none" strike="noStrike" cap="none">
                  <a:solidFill>
                    <a:srgbClr val="000000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2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25" name="Google Shape;1125;p283"/>
          <p:cNvSpPr txBox="1">
            <a:spLocks noGrp="1"/>
          </p:cNvSpPr>
          <p:nvPr>
            <p:ph type="body" idx="1"/>
          </p:nvPr>
        </p:nvSpPr>
        <p:spPr>
          <a:xfrm>
            <a:off x="895514" y="1264575"/>
            <a:ext cx="1714750" cy="32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26" name="Google Shape;1126;p283"/>
          <p:cNvSpPr txBox="1">
            <a:spLocks noGrp="1"/>
          </p:cNvSpPr>
          <p:nvPr>
            <p:ph type="body" idx="2"/>
          </p:nvPr>
        </p:nvSpPr>
        <p:spPr>
          <a:xfrm>
            <a:off x="135731" y="2129927"/>
            <a:ext cx="1714750" cy="32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27" name="Google Shape;1127;p283"/>
          <p:cNvSpPr txBox="1">
            <a:spLocks noGrp="1"/>
          </p:cNvSpPr>
          <p:nvPr>
            <p:ph type="body" idx="3"/>
          </p:nvPr>
        </p:nvSpPr>
        <p:spPr>
          <a:xfrm>
            <a:off x="135731" y="3113311"/>
            <a:ext cx="1714750" cy="32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28" name="Google Shape;1128;p283"/>
          <p:cNvSpPr txBox="1">
            <a:spLocks noGrp="1"/>
          </p:cNvSpPr>
          <p:nvPr>
            <p:ph type="body" idx="4"/>
          </p:nvPr>
        </p:nvSpPr>
        <p:spPr>
          <a:xfrm>
            <a:off x="895514" y="4000086"/>
            <a:ext cx="1714750" cy="32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29" name="Google Shape;1129;p283"/>
          <p:cNvSpPr txBox="1">
            <a:spLocks noGrp="1"/>
          </p:cNvSpPr>
          <p:nvPr>
            <p:ph type="body" idx="5"/>
          </p:nvPr>
        </p:nvSpPr>
        <p:spPr>
          <a:xfrm>
            <a:off x="6525054" y="1264575"/>
            <a:ext cx="1714750" cy="32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30" name="Google Shape;1130;p283"/>
          <p:cNvSpPr txBox="1">
            <a:spLocks noGrp="1"/>
          </p:cNvSpPr>
          <p:nvPr>
            <p:ph type="body" idx="6"/>
          </p:nvPr>
        </p:nvSpPr>
        <p:spPr>
          <a:xfrm>
            <a:off x="6525054" y="4000086"/>
            <a:ext cx="1714750" cy="32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31" name="Google Shape;1131;p283"/>
          <p:cNvSpPr txBox="1">
            <a:spLocks noGrp="1"/>
          </p:cNvSpPr>
          <p:nvPr>
            <p:ph type="body" idx="7"/>
          </p:nvPr>
        </p:nvSpPr>
        <p:spPr>
          <a:xfrm>
            <a:off x="7294177" y="2129927"/>
            <a:ext cx="1714750" cy="32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32" name="Google Shape;1132;p283"/>
          <p:cNvSpPr txBox="1">
            <a:spLocks noGrp="1"/>
          </p:cNvSpPr>
          <p:nvPr>
            <p:ph type="body" idx="8"/>
          </p:nvPr>
        </p:nvSpPr>
        <p:spPr>
          <a:xfrm>
            <a:off x="7294177" y="3113311"/>
            <a:ext cx="1714750" cy="32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33" name="Google Shape;1133;p283"/>
          <p:cNvSpPr txBox="1">
            <a:spLocks noGrp="1"/>
          </p:cNvSpPr>
          <p:nvPr>
            <p:ph type="body" idx="9"/>
          </p:nvPr>
        </p:nvSpPr>
        <p:spPr>
          <a:xfrm>
            <a:off x="3732038" y="2630794"/>
            <a:ext cx="1714750" cy="32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1_Section title and description 17">
    <p:spTree>
      <p:nvGrpSpPr>
        <p:cNvPr id="1" name="Shape 1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5" name="Google Shape;1135;p284" descr="Shape&#10;&#10;Description automatically generated with low confidenc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3990" cy="5143494"/>
          </a:xfrm>
          <a:prstGeom prst="rect">
            <a:avLst/>
          </a:prstGeom>
          <a:noFill/>
          <a:ln>
            <a:noFill/>
          </a:ln>
        </p:spPr>
      </p:pic>
      <p:sp>
        <p:nvSpPr>
          <p:cNvPr id="1136" name="Google Shape;1136;p284"/>
          <p:cNvSpPr txBox="1">
            <a:spLocks noGrp="1"/>
          </p:cNvSpPr>
          <p:nvPr>
            <p:ph type="title"/>
          </p:nvPr>
        </p:nvSpPr>
        <p:spPr>
          <a:xfrm>
            <a:off x="135731" y="202405"/>
            <a:ext cx="7886700" cy="344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366A"/>
              </a:buClr>
              <a:buSzPts val="1700"/>
              <a:buFont typeface="Public Sans"/>
              <a:buNone/>
              <a:defRPr sz="1700" b="1" i="0" u="none" strike="noStrike" cap="none">
                <a:solidFill>
                  <a:srgbClr val="22366A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37" name="Google Shape;1137;p284"/>
          <p:cNvSpPr/>
          <p:nvPr/>
        </p:nvSpPr>
        <p:spPr>
          <a:xfrm>
            <a:off x="0" y="202405"/>
            <a:ext cx="135731" cy="344091"/>
          </a:xfrm>
          <a:prstGeom prst="rect">
            <a:avLst/>
          </a:prstGeom>
          <a:solidFill>
            <a:srgbClr val="22366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38" name="Google Shape;1138;p284"/>
          <p:cNvGrpSpPr/>
          <p:nvPr/>
        </p:nvGrpSpPr>
        <p:grpSpPr>
          <a:xfrm>
            <a:off x="1761518" y="3131028"/>
            <a:ext cx="5620964" cy="646462"/>
            <a:chOff x="881517" y="3131028"/>
            <a:chExt cx="5620964" cy="646462"/>
          </a:xfrm>
        </p:grpSpPr>
        <p:grpSp>
          <p:nvGrpSpPr>
            <p:cNvPr id="1139" name="Google Shape;1139;p284"/>
            <p:cNvGrpSpPr/>
            <p:nvPr/>
          </p:nvGrpSpPr>
          <p:grpSpPr>
            <a:xfrm>
              <a:off x="881517" y="3131028"/>
              <a:ext cx="397892" cy="646462"/>
              <a:chOff x="1400864" y="1624076"/>
              <a:chExt cx="560368" cy="910439"/>
            </a:xfrm>
          </p:grpSpPr>
          <p:grpSp>
            <p:nvGrpSpPr>
              <p:cNvPr id="1140" name="Google Shape;1140;p284"/>
              <p:cNvGrpSpPr/>
              <p:nvPr/>
            </p:nvGrpSpPr>
            <p:grpSpPr>
              <a:xfrm>
                <a:off x="1400864" y="1624076"/>
                <a:ext cx="560368" cy="825149"/>
                <a:chOff x="1342876" y="1647676"/>
                <a:chExt cx="560368" cy="825149"/>
              </a:xfrm>
            </p:grpSpPr>
            <p:sp>
              <p:nvSpPr>
                <p:cNvPr id="1141" name="Google Shape;1141;p284"/>
                <p:cNvSpPr/>
                <p:nvPr/>
              </p:nvSpPr>
              <p:spPr>
                <a:xfrm rot="2700000">
                  <a:off x="1424940" y="1729740"/>
                  <a:ext cx="396240" cy="396240"/>
                </a:xfrm>
                <a:prstGeom prst="rect">
                  <a:avLst/>
                </a:pr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Public Sans"/>
                    <a:ea typeface="Public Sans"/>
                    <a:cs typeface="Public Sans"/>
                    <a:sym typeface="Public Sans"/>
                  </a:endParaRPr>
                </a:p>
              </p:txBody>
            </p:sp>
            <p:sp>
              <p:nvSpPr>
                <p:cNvPr id="1142" name="Google Shape;1142;p284"/>
                <p:cNvSpPr/>
                <p:nvPr/>
              </p:nvSpPr>
              <p:spPr>
                <a:xfrm rot="2700000">
                  <a:off x="1424940" y="1994521"/>
                  <a:ext cx="396240" cy="396240"/>
                </a:xfrm>
                <a:prstGeom prst="rect">
                  <a:avLst/>
                </a:prstGeom>
                <a:solidFill>
                  <a:schemeClr val="lt1"/>
                </a:solidFill>
                <a:ln w="254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Public Sans"/>
                    <a:ea typeface="Public Sans"/>
                    <a:cs typeface="Public Sans"/>
                    <a:sym typeface="Public Sans"/>
                  </a:endParaRPr>
                </a:p>
              </p:txBody>
            </p:sp>
          </p:grpSp>
          <p:cxnSp>
            <p:nvCxnSpPr>
              <p:cNvPr id="1143" name="Google Shape;1143;p284"/>
              <p:cNvCxnSpPr/>
              <p:nvPr/>
            </p:nvCxnSpPr>
            <p:spPr>
              <a:xfrm>
                <a:off x="1681048" y="1841656"/>
                <a:ext cx="0" cy="692859"/>
              </a:xfrm>
              <a:prstGeom prst="straightConnector1">
                <a:avLst/>
              </a:prstGeom>
              <a:noFill/>
              <a:ln w="9525" cap="flat" cmpd="sng">
                <a:solidFill>
                  <a:srgbClr val="BFBFBF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sp>
            <p:nvSpPr>
              <p:cNvPr id="1144" name="Google Shape;1144;p284"/>
              <p:cNvSpPr/>
              <p:nvPr/>
            </p:nvSpPr>
            <p:spPr>
              <a:xfrm rot="2700000">
                <a:off x="1559854" y="1891857"/>
                <a:ext cx="242388" cy="242388"/>
              </a:xfrm>
              <a:prstGeom prst="rect">
                <a:avLst/>
              </a:prstGeom>
              <a:solidFill>
                <a:schemeClr val="lt2"/>
              </a:solidFill>
              <a:ln w="254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50800" dist="38100" dir="5400000" algn="t" rotWithShape="0">
                  <a:srgbClr val="000000">
                    <a:alpha val="40000"/>
                  </a:srgbClr>
                </a:outerShdw>
              </a:effectLst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Public Sans"/>
                  <a:ea typeface="Public Sans"/>
                  <a:cs typeface="Public Sans"/>
                  <a:sym typeface="Public Sans"/>
                </a:endParaRPr>
              </a:p>
            </p:txBody>
          </p:sp>
        </p:grpSp>
        <p:grpSp>
          <p:nvGrpSpPr>
            <p:cNvPr id="1145" name="Google Shape;1145;p284"/>
            <p:cNvGrpSpPr/>
            <p:nvPr/>
          </p:nvGrpSpPr>
          <p:grpSpPr>
            <a:xfrm>
              <a:off x="2622541" y="3131028"/>
              <a:ext cx="397892" cy="646462"/>
              <a:chOff x="1400864" y="1624076"/>
              <a:chExt cx="560368" cy="910439"/>
            </a:xfrm>
          </p:grpSpPr>
          <p:grpSp>
            <p:nvGrpSpPr>
              <p:cNvPr id="1146" name="Google Shape;1146;p284"/>
              <p:cNvGrpSpPr/>
              <p:nvPr/>
            </p:nvGrpSpPr>
            <p:grpSpPr>
              <a:xfrm>
                <a:off x="1400864" y="1624076"/>
                <a:ext cx="560368" cy="825149"/>
                <a:chOff x="1342876" y="1647676"/>
                <a:chExt cx="560368" cy="825149"/>
              </a:xfrm>
            </p:grpSpPr>
            <p:sp>
              <p:nvSpPr>
                <p:cNvPr id="1147" name="Google Shape;1147;p284"/>
                <p:cNvSpPr/>
                <p:nvPr/>
              </p:nvSpPr>
              <p:spPr>
                <a:xfrm rot="2700000">
                  <a:off x="1424940" y="1729740"/>
                  <a:ext cx="396240" cy="39624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Public Sans"/>
                    <a:ea typeface="Public Sans"/>
                    <a:cs typeface="Public Sans"/>
                    <a:sym typeface="Public Sans"/>
                  </a:endParaRPr>
                </a:p>
              </p:txBody>
            </p:sp>
            <p:sp>
              <p:nvSpPr>
                <p:cNvPr id="1148" name="Google Shape;1148;p284"/>
                <p:cNvSpPr/>
                <p:nvPr/>
              </p:nvSpPr>
              <p:spPr>
                <a:xfrm rot="2700000">
                  <a:off x="1424940" y="1994521"/>
                  <a:ext cx="396240" cy="396240"/>
                </a:xfrm>
                <a:prstGeom prst="rect">
                  <a:avLst/>
                </a:prstGeom>
                <a:solidFill>
                  <a:schemeClr val="lt1"/>
                </a:solidFill>
                <a:ln w="254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Public Sans"/>
                    <a:ea typeface="Public Sans"/>
                    <a:cs typeface="Public Sans"/>
                    <a:sym typeface="Public Sans"/>
                  </a:endParaRPr>
                </a:p>
              </p:txBody>
            </p:sp>
          </p:grpSp>
          <p:cxnSp>
            <p:nvCxnSpPr>
              <p:cNvPr id="1149" name="Google Shape;1149;p284"/>
              <p:cNvCxnSpPr/>
              <p:nvPr/>
            </p:nvCxnSpPr>
            <p:spPr>
              <a:xfrm>
                <a:off x="1681048" y="1841656"/>
                <a:ext cx="0" cy="692859"/>
              </a:xfrm>
              <a:prstGeom prst="straightConnector1">
                <a:avLst/>
              </a:prstGeom>
              <a:noFill/>
              <a:ln w="9525" cap="flat" cmpd="sng">
                <a:solidFill>
                  <a:srgbClr val="BFBFBF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sp>
            <p:nvSpPr>
              <p:cNvPr id="1150" name="Google Shape;1150;p284"/>
              <p:cNvSpPr/>
              <p:nvPr/>
            </p:nvSpPr>
            <p:spPr>
              <a:xfrm rot="2700000">
                <a:off x="1559854" y="1891857"/>
                <a:ext cx="242388" cy="242388"/>
              </a:xfrm>
              <a:prstGeom prst="rect">
                <a:avLst/>
              </a:prstGeom>
              <a:solidFill>
                <a:schemeClr val="accent3"/>
              </a:solidFill>
              <a:ln w="254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50800" dist="38100" dir="5400000" algn="t" rotWithShape="0">
                  <a:srgbClr val="000000">
                    <a:alpha val="40000"/>
                  </a:srgbClr>
                </a:outerShdw>
              </a:effectLst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Public Sans"/>
                  <a:ea typeface="Public Sans"/>
                  <a:cs typeface="Public Sans"/>
                  <a:sym typeface="Public Sans"/>
                </a:endParaRPr>
              </a:p>
            </p:txBody>
          </p:sp>
        </p:grpSp>
        <p:grpSp>
          <p:nvGrpSpPr>
            <p:cNvPr id="1151" name="Google Shape;1151;p284"/>
            <p:cNvGrpSpPr/>
            <p:nvPr/>
          </p:nvGrpSpPr>
          <p:grpSpPr>
            <a:xfrm>
              <a:off x="4363565" y="3131028"/>
              <a:ext cx="397892" cy="646462"/>
              <a:chOff x="1400864" y="1624076"/>
              <a:chExt cx="560368" cy="910439"/>
            </a:xfrm>
          </p:grpSpPr>
          <p:grpSp>
            <p:nvGrpSpPr>
              <p:cNvPr id="1152" name="Google Shape;1152;p284"/>
              <p:cNvGrpSpPr/>
              <p:nvPr/>
            </p:nvGrpSpPr>
            <p:grpSpPr>
              <a:xfrm>
                <a:off x="1400864" y="1624076"/>
                <a:ext cx="560368" cy="825149"/>
                <a:chOff x="1342876" y="1647676"/>
                <a:chExt cx="560368" cy="825149"/>
              </a:xfrm>
            </p:grpSpPr>
            <p:sp>
              <p:nvSpPr>
                <p:cNvPr id="1153" name="Google Shape;1153;p284"/>
                <p:cNvSpPr/>
                <p:nvPr/>
              </p:nvSpPr>
              <p:spPr>
                <a:xfrm rot="2700000">
                  <a:off x="1424940" y="1729740"/>
                  <a:ext cx="396240" cy="396240"/>
                </a:xfrm>
                <a:prstGeom prst="rect">
                  <a:avLst/>
                </a:pr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Public Sans"/>
                    <a:ea typeface="Public Sans"/>
                    <a:cs typeface="Public Sans"/>
                    <a:sym typeface="Public Sans"/>
                  </a:endParaRPr>
                </a:p>
              </p:txBody>
            </p:sp>
            <p:sp>
              <p:nvSpPr>
                <p:cNvPr id="1154" name="Google Shape;1154;p284"/>
                <p:cNvSpPr/>
                <p:nvPr/>
              </p:nvSpPr>
              <p:spPr>
                <a:xfrm rot="2700000">
                  <a:off x="1424940" y="1994521"/>
                  <a:ext cx="396240" cy="396240"/>
                </a:xfrm>
                <a:prstGeom prst="rect">
                  <a:avLst/>
                </a:prstGeom>
                <a:solidFill>
                  <a:schemeClr val="lt1"/>
                </a:solidFill>
                <a:ln w="254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Public Sans"/>
                    <a:ea typeface="Public Sans"/>
                    <a:cs typeface="Public Sans"/>
                    <a:sym typeface="Public Sans"/>
                  </a:endParaRPr>
                </a:p>
              </p:txBody>
            </p:sp>
          </p:grpSp>
          <p:cxnSp>
            <p:nvCxnSpPr>
              <p:cNvPr id="1155" name="Google Shape;1155;p284"/>
              <p:cNvCxnSpPr/>
              <p:nvPr/>
            </p:nvCxnSpPr>
            <p:spPr>
              <a:xfrm>
                <a:off x="1681048" y="1841656"/>
                <a:ext cx="0" cy="692859"/>
              </a:xfrm>
              <a:prstGeom prst="straightConnector1">
                <a:avLst/>
              </a:prstGeom>
              <a:noFill/>
              <a:ln w="9525" cap="flat" cmpd="sng">
                <a:solidFill>
                  <a:srgbClr val="BFBFBF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sp>
            <p:nvSpPr>
              <p:cNvPr id="1156" name="Google Shape;1156;p284"/>
              <p:cNvSpPr/>
              <p:nvPr/>
            </p:nvSpPr>
            <p:spPr>
              <a:xfrm rot="2700000">
                <a:off x="1559854" y="1891857"/>
                <a:ext cx="242388" cy="242388"/>
              </a:xfrm>
              <a:prstGeom prst="rect">
                <a:avLst/>
              </a:prstGeom>
              <a:solidFill>
                <a:schemeClr val="lt2"/>
              </a:solidFill>
              <a:ln w="254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50800" dist="38100" dir="5400000" algn="t" rotWithShape="0">
                  <a:srgbClr val="000000">
                    <a:alpha val="40000"/>
                  </a:srgbClr>
                </a:outerShdw>
              </a:effectLst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Public Sans"/>
                  <a:ea typeface="Public Sans"/>
                  <a:cs typeface="Public Sans"/>
                  <a:sym typeface="Public Sans"/>
                </a:endParaRPr>
              </a:p>
            </p:txBody>
          </p:sp>
        </p:grpSp>
        <p:grpSp>
          <p:nvGrpSpPr>
            <p:cNvPr id="1157" name="Google Shape;1157;p284"/>
            <p:cNvGrpSpPr/>
            <p:nvPr/>
          </p:nvGrpSpPr>
          <p:grpSpPr>
            <a:xfrm>
              <a:off x="6104589" y="3131028"/>
              <a:ext cx="397892" cy="646462"/>
              <a:chOff x="1400864" y="1624076"/>
              <a:chExt cx="560368" cy="910439"/>
            </a:xfrm>
          </p:grpSpPr>
          <p:grpSp>
            <p:nvGrpSpPr>
              <p:cNvPr id="1158" name="Google Shape;1158;p284"/>
              <p:cNvGrpSpPr/>
              <p:nvPr/>
            </p:nvGrpSpPr>
            <p:grpSpPr>
              <a:xfrm>
                <a:off x="1400864" y="1624076"/>
                <a:ext cx="560368" cy="825149"/>
                <a:chOff x="1342876" y="1647676"/>
                <a:chExt cx="560368" cy="825149"/>
              </a:xfrm>
            </p:grpSpPr>
            <p:sp>
              <p:nvSpPr>
                <p:cNvPr id="1159" name="Google Shape;1159;p284"/>
                <p:cNvSpPr/>
                <p:nvPr/>
              </p:nvSpPr>
              <p:spPr>
                <a:xfrm rot="2700000">
                  <a:off x="1424940" y="1729740"/>
                  <a:ext cx="396240" cy="39624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Public Sans"/>
                    <a:ea typeface="Public Sans"/>
                    <a:cs typeface="Public Sans"/>
                    <a:sym typeface="Public Sans"/>
                  </a:endParaRPr>
                </a:p>
              </p:txBody>
            </p:sp>
            <p:sp>
              <p:nvSpPr>
                <p:cNvPr id="1160" name="Google Shape;1160;p284"/>
                <p:cNvSpPr/>
                <p:nvPr/>
              </p:nvSpPr>
              <p:spPr>
                <a:xfrm rot="2700000">
                  <a:off x="1424940" y="1994521"/>
                  <a:ext cx="396240" cy="396240"/>
                </a:xfrm>
                <a:prstGeom prst="rect">
                  <a:avLst/>
                </a:prstGeom>
                <a:solidFill>
                  <a:schemeClr val="lt1"/>
                </a:solidFill>
                <a:ln w="254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Public Sans"/>
                    <a:ea typeface="Public Sans"/>
                    <a:cs typeface="Public Sans"/>
                    <a:sym typeface="Public Sans"/>
                  </a:endParaRPr>
                </a:p>
              </p:txBody>
            </p:sp>
          </p:grpSp>
          <p:cxnSp>
            <p:nvCxnSpPr>
              <p:cNvPr id="1161" name="Google Shape;1161;p284"/>
              <p:cNvCxnSpPr/>
              <p:nvPr/>
            </p:nvCxnSpPr>
            <p:spPr>
              <a:xfrm>
                <a:off x="1681048" y="1841656"/>
                <a:ext cx="0" cy="692859"/>
              </a:xfrm>
              <a:prstGeom prst="straightConnector1">
                <a:avLst/>
              </a:prstGeom>
              <a:noFill/>
              <a:ln w="9525" cap="flat" cmpd="sng">
                <a:solidFill>
                  <a:srgbClr val="BFBFBF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sp>
            <p:nvSpPr>
              <p:cNvPr id="1162" name="Google Shape;1162;p284"/>
              <p:cNvSpPr/>
              <p:nvPr/>
            </p:nvSpPr>
            <p:spPr>
              <a:xfrm rot="2700000">
                <a:off x="1559854" y="1891857"/>
                <a:ext cx="242388" cy="242388"/>
              </a:xfrm>
              <a:prstGeom prst="rect">
                <a:avLst/>
              </a:prstGeom>
              <a:solidFill>
                <a:schemeClr val="accent3"/>
              </a:solidFill>
              <a:ln w="254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50800" dist="38100" dir="5400000" algn="t" rotWithShape="0">
                  <a:srgbClr val="000000">
                    <a:alpha val="40000"/>
                  </a:srgbClr>
                </a:outerShdw>
              </a:effectLst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Public Sans"/>
                  <a:ea typeface="Public Sans"/>
                  <a:cs typeface="Public Sans"/>
                  <a:sym typeface="Public Sans"/>
                </a:endParaRPr>
              </a:p>
            </p:txBody>
          </p:sp>
        </p:grpSp>
      </p:grpSp>
      <p:sp>
        <p:nvSpPr>
          <p:cNvPr id="1163" name="Google Shape;1163;p284"/>
          <p:cNvSpPr txBox="1">
            <a:spLocks noGrp="1"/>
          </p:cNvSpPr>
          <p:nvPr>
            <p:ph type="body" idx="1"/>
          </p:nvPr>
        </p:nvSpPr>
        <p:spPr>
          <a:xfrm>
            <a:off x="1102027" y="3913557"/>
            <a:ext cx="1714750" cy="32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64" name="Google Shape;1164;p284"/>
          <p:cNvSpPr txBox="1">
            <a:spLocks noGrp="1"/>
          </p:cNvSpPr>
          <p:nvPr>
            <p:ph type="body" idx="2"/>
          </p:nvPr>
        </p:nvSpPr>
        <p:spPr>
          <a:xfrm>
            <a:off x="2843051" y="3913557"/>
            <a:ext cx="1714750" cy="32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65" name="Google Shape;1165;p284"/>
          <p:cNvSpPr txBox="1">
            <a:spLocks noGrp="1"/>
          </p:cNvSpPr>
          <p:nvPr>
            <p:ph type="body" idx="3"/>
          </p:nvPr>
        </p:nvSpPr>
        <p:spPr>
          <a:xfrm>
            <a:off x="4584075" y="3913557"/>
            <a:ext cx="1714750" cy="32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66" name="Google Shape;1166;p284"/>
          <p:cNvSpPr txBox="1">
            <a:spLocks noGrp="1"/>
          </p:cNvSpPr>
          <p:nvPr>
            <p:ph type="body" idx="4"/>
          </p:nvPr>
        </p:nvSpPr>
        <p:spPr>
          <a:xfrm>
            <a:off x="6325099" y="3913557"/>
            <a:ext cx="1714750" cy="32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grpSp>
        <p:nvGrpSpPr>
          <p:cNvPr id="1167" name="Google Shape;1167;p284"/>
          <p:cNvGrpSpPr/>
          <p:nvPr/>
        </p:nvGrpSpPr>
        <p:grpSpPr>
          <a:xfrm>
            <a:off x="881517" y="1424144"/>
            <a:ext cx="7361989" cy="646462"/>
            <a:chOff x="881517" y="2219381"/>
            <a:chExt cx="7361989" cy="646462"/>
          </a:xfrm>
        </p:grpSpPr>
        <p:grpSp>
          <p:nvGrpSpPr>
            <p:cNvPr id="1168" name="Google Shape;1168;p284"/>
            <p:cNvGrpSpPr/>
            <p:nvPr/>
          </p:nvGrpSpPr>
          <p:grpSpPr>
            <a:xfrm>
              <a:off x="881517" y="2219381"/>
              <a:ext cx="397892" cy="646462"/>
              <a:chOff x="1400864" y="1624076"/>
              <a:chExt cx="560368" cy="910439"/>
            </a:xfrm>
          </p:grpSpPr>
          <p:grpSp>
            <p:nvGrpSpPr>
              <p:cNvPr id="1169" name="Google Shape;1169;p284"/>
              <p:cNvGrpSpPr/>
              <p:nvPr/>
            </p:nvGrpSpPr>
            <p:grpSpPr>
              <a:xfrm>
                <a:off x="1400864" y="1624076"/>
                <a:ext cx="560368" cy="825149"/>
                <a:chOff x="1342876" y="1647676"/>
                <a:chExt cx="560368" cy="825149"/>
              </a:xfrm>
            </p:grpSpPr>
            <p:sp>
              <p:nvSpPr>
                <p:cNvPr id="1170" name="Google Shape;1170;p284"/>
                <p:cNvSpPr/>
                <p:nvPr/>
              </p:nvSpPr>
              <p:spPr>
                <a:xfrm rot="2700000">
                  <a:off x="1424940" y="1729740"/>
                  <a:ext cx="396240" cy="39624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Public Sans"/>
                    <a:ea typeface="Public Sans"/>
                    <a:cs typeface="Public Sans"/>
                    <a:sym typeface="Public Sans"/>
                  </a:endParaRPr>
                </a:p>
              </p:txBody>
            </p:sp>
            <p:sp>
              <p:nvSpPr>
                <p:cNvPr id="1171" name="Google Shape;1171;p284"/>
                <p:cNvSpPr/>
                <p:nvPr/>
              </p:nvSpPr>
              <p:spPr>
                <a:xfrm rot="2700000">
                  <a:off x="1424940" y="1994521"/>
                  <a:ext cx="396240" cy="396240"/>
                </a:xfrm>
                <a:prstGeom prst="rect">
                  <a:avLst/>
                </a:prstGeom>
                <a:solidFill>
                  <a:schemeClr val="lt1"/>
                </a:solidFill>
                <a:ln w="254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Public Sans"/>
                    <a:ea typeface="Public Sans"/>
                    <a:cs typeface="Public Sans"/>
                    <a:sym typeface="Public Sans"/>
                  </a:endParaRPr>
                </a:p>
              </p:txBody>
            </p:sp>
          </p:grpSp>
          <p:cxnSp>
            <p:nvCxnSpPr>
              <p:cNvPr id="1172" name="Google Shape;1172;p284"/>
              <p:cNvCxnSpPr/>
              <p:nvPr/>
            </p:nvCxnSpPr>
            <p:spPr>
              <a:xfrm>
                <a:off x="1681048" y="1841656"/>
                <a:ext cx="0" cy="692859"/>
              </a:xfrm>
              <a:prstGeom prst="straightConnector1">
                <a:avLst/>
              </a:prstGeom>
              <a:noFill/>
              <a:ln w="9525" cap="flat" cmpd="sng">
                <a:solidFill>
                  <a:srgbClr val="BFBFBF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sp>
            <p:nvSpPr>
              <p:cNvPr id="1173" name="Google Shape;1173;p284"/>
              <p:cNvSpPr/>
              <p:nvPr/>
            </p:nvSpPr>
            <p:spPr>
              <a:xfrm rot="2700000">
                <a:off x="1559854" y="1891857"/>
                <a:ext cx="242388" cy="242388"/>
              </a:xfrm>
              <a:prstGeom prst="rect">
                <a:avLst/>
              </a:prstGeom>
              <a:solidFill>
                <a:schemeClr val="accent3"/>
              </a:solidFill>
              <a:ln w="254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50800" dist="38100" dir="5400000" algn="t" rotWithShape="0">
                  <a:srgbClr val="000000">
                    <a:alpha val="40000"/>
                  </a:srgbClr>
                </a:outerShdw>
              </a:effectLst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Public Sans"/>
                  <a:ea typeface="Public Sans"/>
                  <a:cs typeface="Public Sans"/>
                  <a:sym typeface="Public Sans"/>
                </a:endParaRPr>
              </a:p>
            </p:txBody>
          </p:sp>
        </p:grpSp>
        <p:grpSp>
          <p:nvGrpSpPr>
            <p:cNvPr id="1174" name="Google Shape;1174;p284"/>
            <p:cNvGrpSpPr/>
            <p:nvPr/>
          </p:nvGrpSpPr>
          <p:grpSpPr>
            <a:xfrm>
              <a:off x="2622541" y="2219381"/>
              <a:ext cx="397892" cy="646462"/>
              <a:chOff x="1400864" y="1624076"/>
              <a:chExt cx="560368" cy="910439"/>
            </a:xfrm>
          </p:grpSpPr>
          <p:grpSp>
            <p:nvGrpSpPr>
              <p:cNvPr id="1175" name="Google Shape;1175;p284"/>
              <p:cNvGrpSpPr/>
              <p:nvPr/>
            </p:nvGrpSpPr>
            <p:grpSpPr>
              <a:xfrm>
                <a:off x="1400864" y="1624076"/>
                <a:ext cx="560368" cy="825149"/>
                <a:chOff x="1342876" y="1647676"/>
                <a:chExt cx="560368" cy="825149"/>
              </a:xfrm>
            </p:grpSpPr>
            <p:sp>
              <p:nvSpPr>
                <p:cNvPr id="1176" name="Google Shape;1176;p284"/>
                <p:cNvSpPr/>
                <p:nvPr/>
              </p:nvSpPr>
              <p:spPr>
                <a:xfrm rot="2700000">
                  <a:off x="1424940" y="1729740"/>
                  <a:ext cx="396240" cy="396240"/>
                </a:xfrm>
                <a:prstGeom prst="rect">
                  <a:avLst/>
                </a:pr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Public Sans"/>
                    <a:ea typeface="Public Sans"/>
                    <a:cs typeface="Public Sans"/>
                    <a:sym typeface="Public Sans"/>
                  </a:endParaRPr>
                </a:p>
              </p:txBody>
            </p:sp>
            <p:sp>
              <p:nvSpPr>
                <p:cNvPr id="1177" name="Google Shape;1177;p284"/>
                <p:cNvSpPr/>
                <p:nvPr/>
              </p:nvSpPr>
              <p:spPr>
                <a:xfrm rot="2700000">
                  <a:off x="1424940" y="1994521"/>
                  <a:ext cx="396240" cy="396240"/>
                </a:xfrm>
                <a:prstGeom prst="rect">
                  <a:avLst/>
                </a:prstGeom>
                <a:solidFill>
                  <a:schemeClr val="lt1"/>
                </a:solidFill>
                <a:ln w="254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Public Sans"/>
                    <a:ea typeface="Public Sans"/>
                    <a:cs typeface="Public Sans"/>
                    <a:sym typeface="Public Sans"/>
                  </a:endParaRPr>
                </a:p>
              </p:txBody>
            </p:sp>
          </p:grpSp>
          <p:cxnSp>
            <p:nvCxnSpPr>
              <p:cNvPr id="1178" name="Google Shape;1178;p284"/>
              <p:cNvCxnSpPr/>
              <p:nvPr/>
            </p:nvCxnSpPr>
            <p:spPr>
              <a:xfrm>
                <a:off x="1681048" y="1841656"/>
                <a:ext cx="0" cy="692859"/>
              </a:xfrm>
              <a:prstGeom prst="straightConnector1">
                <a:avLst/>
              </a:prstGeom>
              <a:noFill/>
              <a:ln w="9525" cap="flat" cmpd="sng">
                <a:solidFill>
                  <a:srgbClr val="BFBFBF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sp>
            <p:nvSpPr>
              <p:cNvPr id="1179" name="Google Shape;1179;p284"/>
              <p:cNvSpPr/>
              <p:nvPr/>
            </p:nvSpPr>
            <p:spPr>
              <a:xfrm rot="2700000">
                <a:off x="1559854" y="1891857"/>
                <a:ext cx="242388" cy="242388"/>
              </a:xfrm>
              <a:prstGeom prst="rect">
                <a:avLst/>
              </a:prstGeom>
              <a:solidFill>
                <a:schemeClr val="lt2"/>
              </a:solidFill>
              <a:ln w="254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50800" dist="38100" dir="5400000" algn="t" rotWithShape="0">
                  <a:srgbClr val="000000">
                    <a:alpha val="40000"/>
                  </a:srgbClr>
                </a:outerShdw>
              </a:effectLst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Public Sans"/>
                  <a:ea typeface="Public Sans"/>
                  <a:cs typeface="Public Sans"/>
                  <a:sym typeface="Public Sans"/>
                </a:endParaRPr>
              </a:p>
            </p:txBody>
          </p:sp>
        </p:grpSp>
        <p:grpSp>
          <p:nvGrpSpPr>
            <p:cNvPr id="1180" name="Google Shape;1180;p284"/>
            <p:cNvGrpSpPr/>
            <p:nvPr/>
          </p:nvGrpSpPr>
          <p:grpSpPr>
            <a:xfrm>
              <a:off x="4363565" y="2219381"/>
              <a:ext cx="397892" cy="646462"/>
              <a:chOff x="1400864" y="1624076"/>
              <a:chExt cx="560368" cy="910439"/>
            </a:xfrm>
          </p:grpSpPr>
          <p:grpSp>
            <p:nvGrpSpPr>
              <p:cNvPr id="1181" name="Google Shape;1181;p284"/>
              <p:cNvGrpSpPr/>
              <p:nvPr/>
            </p:nvGrpSpPr>
            <p:grpSpPr>
              <a:xfrm>
                <a:off x="1400864" y="1624076"/>
                <a:ext cx="560368" cy="825149"/>
                <a:chOff x="1342876" y="1647676"/>
                <a:chExt cx="560368" cy="825149"/>
              </a:xfrm>
            </p:grpSpPr>
            <p:sp>
              <p:nvSpPr>
                <p:cNvPr id="1182" name="Google Shape;1182;p284"/>
                <p:cNvSpPr/>
                <p:nvPr/>
              </p:nvSpPr>
              <p:spPr>
                <a:xfrm rot="2700000">
                  <a:off x="1424940" y="1729740"/>
                  <a:ext cx="396240" cy="39624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Public Sans"/>
                    <a:ea typeface="Public Sans"/>
                    <a:cs typeface="Public Sans"/>
                    <a:sym typeface="Public Sans"/>
                  </a:endParaRPr>
                </a:p>
              </p:txBody>
            </p:sp>
            <p:sp>
              <p:nvSpPr>
                <p:cNvPr id="1183" name="Google Shape;1183;p284"/>
                <p:cNvSpPr/>
                <p:nvPr/>
              </p:nvSpPr>
              <p:spPr>
                <a:xfrm rot="2700000">
                  <a:off x="1424940" y="1994521"/>
                  <a:ext cx="396240" cy="396240"/>
                </a:xfrm>
                <a:prstGeom prst="rect">
                  <a:avLst/>
                </a:prstGeom>
                <a:solidFill>
                  <a:schemeClr val="lt1"/>
                </a:solidFill>
                <a:ln w="254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Public Sans"/>
                    <a:ea typeface="Public Sans"/>
                    <a:cs typeface="Public Sans"/>
                    <a:sym typeface="Public Sans"/>
                  </a:endParaRPr>
                </a:p>
              </p:txBody>
            </p:sp>
          </p:grpSp>
          <p:cxnSp>
            <p:nvCxnSpPr>
              <p:cNvPr id="1184" name="Google Shape;1184;p284"/>
              <p:cNvCxnSpPr/>
              <p:nvPr/>
            </p:nvCxnSpPr>
            <p:spPr>
              <a:xfrm>
                <a:off x="1681048" y="1841656"/>
                <a:ext cx="0" cy="692859"/>
              </a:xfrm>
              <a:prstGeom prst="straightConnector1">
                <a:avLst/>
              </a:prstGeom>
              <a:noFill/>
              <a:ln w="9525" cap="flat" cmpd="sng">
                <a:solidFill>
                  <a:srgbClr val="BFBFBF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sp>
            <p:nvSpPr>
              <p:cNvPr id="1185" name="Google Shape;1185;p284"/>
              <p:cNvSpPr/>
              <p:nvPr/>
            </p:nvSpPr>
            <p:spPr>
              <a:xfrm rot="2700000">
                <a:off x="1559854" y="1891857"/>
                <a:ext cx="242388" cy="242388"/>
              </a:xfrm>
              <a:prstGeom prst="rect">
                <a:avLst/>
              </a:prstGeom>
              <a:solidFill>
                <a:schemeClr val="accent3"/>
              </a:solidFill>
              <a:ln w="254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50800" dist="38100" dir="5400000" algn="t" rotWithShape="0">
                  <a:srgbClr val="000000">
                    <a:alpha val="40000"/>
                  </a:srgbClr>
                </a:outerShdw>
              </a:effectLst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Public Sans"/>
                  <a:ea typeface="Public Sans"/>
                  <a:cs typeface="Public Sans"/>
                  <a:sym typeface="Public Sans"/>
                </a:endParaRPr>
              </a:p>
            </p:txBody>
          </p:sp>
        </p:grpSp>
        <p:grpSp>
          <p:nvGrpSpPr>
            <p:cNvPr id="1186" name="Google Shape;1186;p284"/>
            <p:cNvGrpSpPr/>
            <p:nvPr/>
          </p:nvGrpSpPr>
          <p:grpSpPr>
            <a:xfrm>
              <a:off x="6104589" y="2219381"/>
              <a:ext cx="397892" cy="646462"/>
              <a:chOff x="1400864" y="1624076"/>
              <a:chExt cx="560368" cy="910439"/>
            </a:xfrm>
          </p:grpSpPr>
          <p:grpSp>
            <p:nvGrpSpPr>
              <p:cNvPr id="1187" name="Google Shape;1187;p284"/>
              <p:cNvGrpSpPr/>
              <p:nvPr/>
            </p:nvGrpSpPr>
            <p:grpSpPr>
              <a:xfrm>
                <a:off x="1400864" y="1624076"/>
                <a:ext cx="560368" cy="825149"/>
                <a:chOff x="1342876" y="1647676"/>
                <a:chExt cx="560368" cy="825149"/>
              </a:xfrm>
            </p:grpSpPr>
            <p:sp>
              <p:nvSpPr>
                <p:cNvPr id="1188" name="Google Shape;1188;p284"/>
                <p:cNvSpPr/>
                <p:nvPr/>
              </p:nvSpPr>
              <p:spPr>
                <a:xfrm rot="2700000">
                  <a:off x="1424940" y="1729740"/>
                  <a:ext cx="396240" cy="396240"/>
                </a:xfrm>
                <a:prstGeom prst="rect">
                  <a:avLst/>
                </a:pr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Public Sans"/>
                    <a:ea typeface="Public Sans"/>
                    <a:cs typeface="Public Sans"/>
                    <a:sym typeface="Public Sans"/>
                  </a:endParaRPr>
                </a:p>
              </p:txBody>
            </p:sp>
            <p:sp>
              <p:nvSpPr>
                <p:cNvPr id="1189" name="Google Shape;1189;p284"/>
                <p:cNvSpPr/>
                <p:nvPr/>
              </p:nvSpPr>
              <p:spPr>
                <a:xfrm rot="2700000">
                  <a:off x="1424940" y="1994521"/>
                  <a:ext cx="396240" cy="396240"/>
                </a:xfrm>
                <a:prstGeom prst="rect">
                  <a:avLst/>
                </a:prstGeom>
                <a:solidFill>
                  <a:schemeClr val="lt1"/>
                </a:solidFill>
                <a:ln w="254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Public Sans"/>
                    <a:ea typeface="Public Sans"/>
                    <a:cs typeface="Public Sans"/>
                    <a:sym typeface="Public Sans"/>
                  </a:endParaRPr>
                </a:p>
              </p:txBody>
            </p:sp>
          </p:grpSp>
          <p:cxnSp>
            <p:nvCxnSpPr>
              <p:cNvPr id="1190" name="Google Shape;1190;p284"/>
              <p:cNvCxnSpPr/>
              <p:nvPr/>
            </p:nvCxnSpPr>
            <p:spPr>
              <a:xfrm>
                <a:off x="1681048" y="1841656"/>
                <a:ext cx="0" cy="692859"/>
              </a:xfrm>
              <a:prstGeom prst="straightConnector1">
                <a:avLst/>
              </a:prstGeom>
              <a:noFill/>
              <a:ln w="9525" cap="flat" cmpd="sng">
                <a:solidFill>
                  <a:srgbClr val="BFBFBF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sp>
            <p:nvSpPr>
              <p:cNvPr id="1191" name="Google Shape;1191;p284"/>
              <p:cNvSpPr/>
              <p:nvPr/>
            </p:nvSpPr>
            <p:spPr>
              <a:xfrm rot="2700000">
                <a:off x="1559854" y="1891857"/>
                <a:ext cx="242388" cy="242388"/>
              </a:xfrm>
              <a:prstGeom prst="rect">
                <a:avLst/>
              </a:prstGeom>
              <a:solidFill>
                <a:schemeClr val="lt2"/>
              </a:solidFill>
              <a:ln w="254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50800" dist="38100" dir="5400000" algn="t" rotWithShape="0">
                  <a:srgbClr val="000000">
                    <a:alpha val="40000"/>
                  </a:srgbClr>
                </a:outerShdw>
              </a:effectLst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Public Sans"/>
                  <a:ea typeface="Public Sans"/>
                  <a:cs typeface="Public Sans"/>
                  <a:sym typeface="Public Sans"/>
                </a:endParaRPr>
              </a:p>
            </p:txBody>
          </p:sp>
        </p:grpSp>
        <p:grpSp>
          <p:nvGrpSpPr>
            <p:cNvPr id="1192" name="Google Shape;1192;p284"/>
            <p:cNvGrpSpPr/>
            <p:nvPr/>
          </p:nvGrpSpPr>
          <p:grpSpPr>
            <a:xfrm>
              <a:off x="7845614" y="2219381"/>
              <a:ext cx="397892" cy="646462"/>
              <a:chOff x="1400864" y="1624076"/>
              <a:chExt cx="560368" cy="910439"/>
            </a:xfrm>
          </p:grpSpPr>
          <p:grpSp>
            <p:nvGrpSpPr>
              <p:cNvPr id="1193" name="Google Shape;1193;p284"/>
              <p:cNvGrpSpPr/>
              <p:nvPr/>
            </p:nvGrpSpPr>
            <p:grpSpPr>
              <a:xfrm>
                <a:off x="1400864" y="1624076"/>
                <a:ext cx="560368" cy="825149"/>
                <a:chOff x="1342876" y="1647676"/>
                <a:chExt cx="560368" cy="825149"/>
              </a:xfrm>
            </p:grpSpPr>
            <p:sp>
              <p:nvSpPr>
                <p:cNvPr id="1194" name="Google Shape;1194;p284"/>
                <p:cNvSpPr/>
                <p:nvPr/>
              </p:nvSpPr>
              <p:spPr>
                <a:xfrm rot="2700000">
                  <a:off x="1424940" y="1729740"/>
                  <a:ext cx="396240" cy="39624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Public Sans"/>
                    <a:ea typeface="Public Sans"/>
                    <a:cs typeface="Public Sans"/>
                    <a:sym typeface="Public Sans"/>
                  </a:endParaRPr>
                </a:p>
              </p:txBody>
            </p:sp>
            <p:sp>
              <p:nvSpPr>
                <p:cNvPr id="1195" name="Google Shape;1195;p284"/>
                <p:cNvSpPr/>
                <p:nvPr/>
              </p:nvSpPr>
              <p:spPr>
                <a:xfrm rot="2700000">
                  <a:off x="1424940" y="1994521"/>
                  <a:ext cx="396240" cy="396240"/>
                </a:xfrm>
                <a:prstGeom prst="rect">
                  <a:avLst/>
                </a:prstGeom>
                <a:solidFill>
                  <a:schemeClr val="lt1"/>
                </a:solidFill>
                <a:ln w="254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Public Sans"/>
                    <a:ea typeface="Public Sans"/>
                    <a:cs typeface="Public Sans"/>
                    <a:sym typeface="Public Sans"/>
                  </a:endParaRPr>
                </a:p>
              </p:txBody>
            </p:sp>
          </p:grpSp>
          <p:cxnSp>
            <p:nvCxnSpPr>
              <p:cNvPr id="1196" name="Google Shape;1196;p284"/>
              <p:cNvCxnSpPr/>
              <p:nvPr/>
            </p:nvCxnSpPr>
            <p:spPr>
              <a:xfrm>
                <a:off x="1681048" y="1841656"/>
                <a:ext cx="0" cy="692859"/>
              </a:xfrm>
              <a:prstGeom prst="straightConnector1">
                <a:avLst/>
              </a:prstGeom>
              <a:noFill/>
              <a:ln w="9525" cap="flat" cmpd="sng">
                <a:solidFill>
                  <a:srgbClr val="BFBFBF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sp>
            <p:nvSpPr>
              <p:cNvPr id="1197" name="Google Shape;1197;p284"/>
              <p:cNvSpPr/>
              <p:nvPr/>
            </p:nvSpPr>
            <p:spPr>
              <a:xfrm rot="2700000">
                <a:off x="1559854" y="1891857"/>
                <a:ext cx="242388" cy="242388"/>
              </a:xfrm>
              <a:prstGeom prst="rect">
                <a:avLst/>
              </a:prstGeom>
              <a:solidFill>
                <a:schemeClr val="accent3"/>
              </a:solidFill>
              <a:ln w="254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50800" dist="38100" dir="5400000" algn="t" rotWithShape="0">
                  <a:srgbClr val="000000">
                    <a:alpha val="40000"/>
                  </a:srgbClr>
                </a:outerShdw>
              </a:effectLst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Public Sans"/>
                  <a:ea typeface="Public Sans"/>
                  <a:cs typeface="Public Sans"/>
                  <a:sym typeface="Public Sans"/>
                </a:endParaRPr>
              </a:p>
            </p:txBody>
          </p:sp>
        </p:grpSp>
      </p:grpSp>
      <p:sp>
        <p:nvSpPr>
          <p:cNvPr id="1198" name="Google Shape;1198;p284"/>
          <p:cNvSpPr txBox="1">
            <a:spLocks noGrp="1"/>
          </p:cNvSpPr>
          <p:nvPr>
            <p:ph type="body" idx="5"/>
          </p:nvPr>
        </p:nvSpPr>
        <p:spPr>
          <a:xfrm>
            <a:off x="223088" y="2206673"/>
            <a:ext cx="1714750" cy="32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99" name="Google Shape;1199;p284"/>
          <p:cNvSpPr txBox="1">
            <a:spLocks noGrp="1"/>
          </p:cNvSpPr>
          <p:nvPr>
            <p:ph type="body" idx="6"/>
          </p:nvPr>
        </p:nvSpPr>
        <p:spPr>
          <a:xfrm>
            <a:off x="1964112" y="2206673"/>
            <a:ext cx="1714750" cy="32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00" name="Google Shape;1200;p284"/>
          <p:cNvSpPr txBox="1">
            <a:spLocks noGrp="1"/>
          </p:cNvSpPr>
          <p:nvPr>
            <p:ph type="body" idx="7"/>
          </p:nvPr>
        </p:nvSpPr>
        <p:spPr>
          <a:xfrm>
            <a:off x="3705136" y="2206673"/>
            <a:ext cx="1714750" cy="32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01" name="Google Shape;1201;p284"/>
          <p:cNvSpPr txBox="1">
            <a:spLocks noGrp="1"/>
          </p:cNvSpPr>
          <p:nvPr>
            <p:ph type="body" idx="8"/>
          </p:nvPr>
        </p:nvSpPr>
        <p:spPr>
          <a:xfrm>
            <a:off x="5446160" y="2206673"/>
            <a:ext cx="1714750" cy="32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02" name="Google Shape;1202;p284"/>
          <p:cNvSpPr txBox="1">
            <a:spLocks noGrp="1"/>
          </p:cNvSpPr>
          <p:nvPr>
            <p:ph type="body" idx="9"/>
          </p:nvPr>
        </p:nvSpPr>
        <p:spPr>
          <a:xfrm>
            <a:off x="7187185" y="2206673"/>
            <a:ext cx="1714750" cy="32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1_Section title and description 18">
    <p:spTree>
      <p:nvGrpSpPr>
        <p:cNvPr id="1" name="Shape 1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4" name="Google Shape;1204;p285" descr="Shape&#10;&#10;Description automatically generated with low confidenc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3990" cy="5143494"/>
          </a:xfrm>
          <a:prstGeom prst="rect">
            <a:avLst/>
          </a:prstGeom>
          <a:noFill/>
          <a:ln>
            <a:noFill/>
          </a:ln>
        </p:spPr>
      </p:pic>
      <p:sp>
        <p:nvSpPr>
          <p:cNvPr id="1205" name="Google Shape;1205;p285"/>
          <p:cNvSpPr txBox="1">
            <a:spLocks noGrp="1"/>
          </p:cNvSpPr>
          <p:nvPr>
            <p:ph type="title"/>
          </p:nvPr>
        </p:nvSpPr>
        <p:spPr>
          <a:xfrm>
            <a:off x="135731" y="202405"/>
            <a:ext cx="7886700" cy="344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366A"/>
              </a:buClr>
              <a:buSzPts val="1700"/>
              <a:buFont typeface="Public Sans"/>
              <a:buNone/>
              <a:defRPr sz="1700" b="1" i="0" u="none" strike="noStrike" cap="none">
                <a:solidFill>
                  <a:srgbClr val="22366A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06" name="Google Shape;1206;p285"/>
          <p:cNvSpPr/>
          <p:nvPr/>
        </p:nvSpPr>
        <p:spPr>
          <a:xfrm>
            <a:off x="0" y="202405"/>
            <a:ext cx="135731" cy="344091"/>
          </a:xfrm>
          <a:prstGeom prst="rect">
            <a:avLst/>
          </a:prstGeom>
          <a:solidFill>
            <a:srgbClr val="22366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07" name="Google Shape;1207;p285"/>
          <p:cNvGrpSpPr/>
          <p:nvPr/>
        </p:nvGrpSpPr>
        <p:grpSpPr>
          <a:xfrm>
            <a:off x="1761518" y="3131028"/>
            <a:ext cx="5620964" cy="646462"/>
            <a:chOff x="881517" y="3131028"/>
            <a:chExt cx="5620964" cy="646462"/>
          </a:xfrm>
        </p:grpSpPr>
        <p:grpSp>
          <p:nvGrpSpPr>
            <p:cNvPr id="1208" name="Google Shape;1208;p285"/>
            <p:cNvGrpSpPr/>
            <p:nvPr/>
          </p:nvGrpSpPr>
          <p:grpSpPr>
            <a:xfrm>
              <a:off x="881517" y="3131028"/>
              <a:ext cx="397892" cy="646462"/>
              <a:chOff x="1400864" y="1624076"/>
              <a:chExt cx="560368" cy="910439"/>
            </a:xfrm>
          </p:grpSpPr>
          <p:grpSp>
            <p:nvGrpSpPr>
              <p:cNvPr id="1209" name="Google Shape;1209;p285"/>
              <p:cNvGrpSpPr/>
              <p:nvPr/>
            </p:nvGrpSpPr>
            <p:grpSpPr>
              <a:xfrm>
                <a:off x="1400864" y="1624076"/>
                <a:ext cx="560368" cy="825149"/>
                <a:chOff x="1342876" y="1647676"/>
                <a:chExt cx="560368" cy="825149"/>
              </a:xfrm>
            </p:grpSpPr>
            <p:sp>
              <p:nvSpPr>
                <p:cNvPr id="1210" name="Google Shape;1210;p285"/>
                <p:cNvSpPr/>
                <p:nvPr/>
              </p:nvSpPr>
              <p:spPr>
                <a:xfrm rot="2700000">
                  <a:off x="1424940" y="1729740"/>
                  <a:ext cx="396240" cy="396240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Public Sans"/>
                    <a:ea typeface="Public Sans"/>
                    <a:cs typeface="Public Sans"/>
                    <a:sym typeface="Public Sans"/>
                  </a:endParaRPr>
                </a:p>
              </p:txBody>
            </p:sp>
            <p:sp>
              <p:nvSpPr>
                <p:cNvPr id="1211" name="Google Shape;1211;p285"/>
                <p:cNvSpPr/>
                <p:nvPr/>
              </p:nvSpPr>
              <p:spPr>
                <a:xfrm rot="2700000">
                  <a:off x="1424940" y="1994521"/>
                  <a:ext cx="396240" cy="396240"/>
                </a:xfrm>
                <a:prstGeom prst="rect">
                  <a:avLst/>
                </a:prstGeom>
                <a:solidFill>
                  <a:schemeClr val="lt1"/>
                </a:solidFill>
                <a:ln w="254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Public Sans"/>
                    <a:ea typeface="Public Sans"/>
                    <a:cs typeface="Public Sans"/>
                    <a:sym typeface="Public Sans"/>
                  </a:endParaRPr>
                </a:p>
              </p:txBody>
            </p:sp>
          </p:grpSp>
          <p:cxnSp>
            <p:nvCxnSpPr>
              <p:cNvPr id="1212" name="Google Shape;1212;p285"/>
              <p:cNvCxnSpPr/>
              <p:nvPr/>
            </p:nvCxnSpPr>
            <p:spPr>
              <a:xfrm>
                <a:off x="1681048" y="1841656"/>
                <a:ext cx="0" cy="692859"/>
              </a:xfrm>
              <a:prstGeom prst="straightConnector1">
                <a:avLst/>
              </a:prstGeom>
              <a:noFill/>
              <a:ln w="9525" cap="flat" cmpd="sng">
                <a:solidFill>
                  <a:srgbClr val="BFBFBF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sp>
            <p:nvSpPr>
              <p:cNvPr id="1213" name="Google Shape;1213;p285"/>
              <p:cNvSpPr/>
              <p:nvPr/>
            </p:nvSpPr>
            <p:spPr>
              <a:xfrm rot="2700000">
                <a:off x="1559854" y="1891857"/>
                <a:ext cx="242388" cy="242388"/>
              </a:xfrm>
              <a:prstGeom prst="rect">
                <a:avLst/>
              </a:prstGeom>
              <a:solidFill>
                <a:schemeClr val="lt2"/>
              </a:solidFill>
              <a:ln w="254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50800" dist="38100" dir="5400000" algn="t" rotWithShape="0">
                  <a:srgbClr val="000000">
                    <a:alpha val="40000"/>
                  </a:srgbClr>
                </a:outerShdw>
              </a:effectLst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Public Sans"/>
                  <a:ea typeface="Public Sans"/>
                  <a:cs typeface="Public Sans"/>
                  <a:sym typeface="Public Sans"/>
                </a:endParaRPr>
              </a:p>
            </p:txBody>
          </p:sp>
        </p:grpSp>
        <p:grpSp>
          <p:nvGrpSpPr>
            <p:cNvPr id="1214" name="Google Shape;1214;p285"/>
            <p:cNvGrpSpPr/>
            <p:nvPr/>
          </p:nvGrpSpPr>
          <p:grpSpPr>
            <a:xfrm>
              <a:off x="2622541" y="3131028"/>
              <a:ext cx="397892" cy="646462"/>
              <a:chOff x="1400864" y="1624076"/>
              <a:chExt cx="560368" cy="910439"/>
            </a:xfrm>
          </p:grpSpPr>
          <p:grpSp>
            <p:nvGrpSpPr>
              <p:cNvPr id="1215" name="Google Shape;1215;p285"/>
              <p:cNvGrpSpPr/>
              <p:nvPr/>
            </p:nvGrpSpPr>
            <p:grpSpPr>
              <a:xfrm>
                <a:off x="1400864" y="1624076"/>
                <a:ext cx="560368" cy="825149"/>
                <a:chOff x="1342876" y="1647676"/>
                <a:chExt cx="560368" cy="825149"/>
              </a:xfrm>
            </p:grpSpPr>
            <p:sp>
              <p:nvSpPr>
                <p:cNvPr id="1216" name="Google Shape;1216;p285"/>
                <p:cNvSpPr/>
                <p:nvPr/>
              </p:nvSpPr>
              <p:spPr>
                <a:xfrm rot="2700000">
                  <a:off x="1424940" y="1729740"/>
                  <a:ext cx="396240" cy="39624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Public Sans"/>
                    <a:ea typeface="Public Sans"/>
                    <a:cs typeface="Public Sans"/>
                    <a:sym typeface="Public Sans"/>
                  </a:endParaRPr>
                </a:p>
              </p:txBody>
            </p:sp>
            <p:sp>
              <p:nvSpPr>
                <p:cNvPr id="1217" name="Google Shape;1217;p285"/>
                <p:cNvSpPr/>
                <p:nvPr/>
              </p:nvSpPr>
              <p:spPr>
                <a:xfrm rot="2700000">
                  <a:off x="1424940" y="1994521"/>
                  <a:ext cx="396240" cy="396240"/>
                </a:xfrm>
                <a:prstGeom prst="rect">
                  <a:avLst/>
                </a:prstGeom>
                <a:solidFill>
                  <a:schemeClr val="lt1"/>
                </a:solidFill>
                <a:ln w="254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Public Sans"/>
                    <a:ea typeface="Public Sans"/>
                    <a:cs typeface="Public Sans"/>
                    <a:sym typeface="Public Sans"/>
                  </a:endParaRPr>
                </a:p>
              </p:txBody>
            </p:sp>
          </p:grpSp>
          <p:cxnSp>
            <p:nvCxnSpPr>
              <p:cNvPr id="1218" name="Google Shape;1218;p285"/>
              <p:cNvCxnSpPr/>
              <p:nvPr/>
            </p:nvCxnSpPr>
            <p:spPr>
              <a:xfrm>
                <a:off x="1681048" y="1841656"/>
                <a:ext cx="0" cy="692859"/>
              </a:xfrm>
              <a:prstGeom prst="straightConnector1">
                <a:avLst/>
              </a:prstGeom>
              <a:noFill/>
              <a:ln w="9525" cap="flat" cmpd="sng">
                <a:solidFill>
                  <a:srgbClr val="BFBFBF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sp>
            <p:nvSpPr>
              <p:cNvPr id="1219" name="Google Shape;1219;p285"/>
              <p:cNvSpPr/>
              <p:nvPr/>
            </p:nvSpPr>
            <p:spPr>
              <a:xfrm rot="2700000">
                <a:off x="1559854" y="1891857"/>
                <a:ext cx="242388" cy="242388"/>
              </a:xfrm>
              <a:prstGeom prst="rect">
                <a:avLst/>
              </a:prstGeom>
              <a:solidFill>
                <a:schemeClr val="accent4"/>
              </a:solidFill>
              <a:ln w="254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50800" dist="38100" dir="5400000" algn="t" rotWithShape="0">
                  <a:srgbClr val="000000">
                    <a:alpha val="40000"/>
                  </a:srgbClr>
                </a:outerShdw>
              </a:effectLst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Public Sans"/>
                  <a:ea typeface="Public Sans"/>
                  <a:cs typeface="Public Sans"/>
                  <a:sym typeface="Public Sans"/>
                </a:endParaRPr>
              </a:p>
            </p:txBody>
          </p:sp>
        </p:grpSp>
        <p:grpSp>
          <p:nvGrpSpPr>
            <p:cNvPr id="1220" name="Google Shape;1220;p285"/>
            <p:cNvGrpSpPr/>
            <p:nvPr/>
          </p:nvGrpSpPr>
          <p:grpSpPr>
            <a:xfrm>
              <a:off x="4363565" y="3131028"/>
              <a:ext cx="397892" cy="646462"/>
              <a:chOff x="1400864" y="1624076"/>
              <a:chExt cx="560368" cy="910439"/>
            </a:xfrm>
          </p:grpSpPr>
          <p:grpSp>
            <p:nvGrpSpPr>
              <p:cNvPr id="1221" name="Google Shape;1221;p285"/>
              <p:cNvGrpSpPr/>
              <p:nvPr/>
            </p:nvGrpSpPr>
            <p:grpSpPr>
              <a:xfrm>
                <a:off x="1400864" y="1624076"/>
                <a:ext cx="560368" cy="825149"/>
                <a:chOff x="1342876" y="1647676"/>
                <a:chExt cx="560368" cy="825149"/>
              </a:xfrm>
            </p:grpSpPr>
            <p:sp>
              <p:nvSpPr>
                <p:cNvPr id="1222" name="Google Shape;1222;p285"/>
                <p:cNvSpPr/>
                <p:nvPr/>
              </p:nvSpPr>
              <p:spPr>
                <a:xfrm rot="2700000">
                  <a:off x="1424940" y="1729740"/>
                  <a:ext cx="396240" cy="396240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Public Sans"/>
                    <a:ea typeface="Public Sans"/>
                    <a:cs typeface="Public Sans"/>
                    <a:sym typeface="Public Sans"/>
                  </a:endParaRPr>
                </a:p>
              </p:txBody>
            </p:sp>
            <p:sp>
              <p:nvSpPr>
                <p:cNvPr id="1223" name="Google Shape;1223;p285"/>
                <p:cNvSpPr/>
                <p:nvPr/>
              </p:nvSpPr>
              <p:spPr>
                <a:xfrm rot="2700000">
                  <a:off x="1424940" y="1994521"/>
                  <a:ext cx="396240" cy="396240"/>
                </a:xfrm>
                <a:prstGeom prst="rect">
                  <a:avLst/>
                </a:prstGeom>
                <a:solidFill>
                  <a:schemeClr val="lt1"/>
                </a:solidFill>
                <a:ln w="254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Public Sans"/>
                    <a:ea typeface="Public Sans"/>
                    <a:cs typeface="Public Sans"/>
                    <a:sym typeface="Public Sans"/>
                  </a:endParaRPr>
                </a:p>
              </p:txBody>
            </p:sp>
          </p:grpSp>
          <p:cxnSp>
            <p:nvCxnSpPr>
              <p:cNvPr id="1224" name="Google Shape;1224;p285"/>
              <p:cNvCxnSpPr/>
              <p:nvPr/>
            </p:nvCxnSpPr>
            <p:spPr>
              <a:xfrm>
                <a:off x="1681048" y="1841656"/>
                <a:ext cx="0" cy="692859"/>
              </a:xfrm>
              <a:prstGeom prst="straightConnector1">
                <a:avLst/>
              </a:prstGeom>
              <a:noFill/>
              <a:ln w="9525" cap="flat" cmpd="sng">
                <a:solidFill>
                  <a:srgbClr val="BFBFBF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sp>
            <p:nvSpPr>
              <p:cNvPr id="1225" name="Google Shape;1225;p285"/>
              <p:cNvSpPr/>
              <p:nvPr/>
            </p:nvSpPr>
            <p:spPr>
              <a:xfrm rot="2700000">
                <a:off x="1559854" y="1891857"/>
                <a:ext cx="242388" cy="242388"/>
              </a:xfrm>
              <a:prstGeom prst="rect">
                <a:avLst/>
              </a:prstGeom>
              <a:solidFill>
                <a:schemeClr val="lt2"/>
              </a:solidFill>
              <a:ln w="254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50800" dist="38100" dir="5400000" algn="t" rotWithShape="0">
                  <a:srgbClr val="000000">
                    <a:alpha val="40000"/>
                  </a:srgbClr>
                </a:outerShdw>
              </a:effectLst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Public Sans"/>
                  <a:ea typeface="Public Sans"/>
                  <a:cs typeface="Public Sans"/>
                  <a:sym typeface="Public Sans"/>
                </a:endParaRPr>
              </a:p>
            </p:txBody>
          </p:sp>
        </p:grpSp>
        <p:grpSp>
          <p:nvGrpSpPr>
            <p:cNvPr id="1226" name="Google Shape;1226;p285"/>
            <p:cNvGrpSpPr/>
            <p:nvPr/>
          </p:nvGrpSpPr>
          <p:grpSpPr>
            <a:xfrm>
              <a:off x="6104589" y="3131028"/>
              <a:ext cx="397892" cy="646462"/>
              <a:chOff x="1400864" y="1624076"/>
              <a:chExt cx="560368" cy="910439"/>
            </a:xfrm>
          </p:grpSpPr>
          <p:grpSp>
            <p:nvGrpSpPr>
              <p:cNvPr id="1227" name="Google Shape;1227;p285"/>
              <p:cNvGrpSpPr/>
              <p:nvPr/>
            </p:nvGrpSpPr>
            <p:grpSpPr>
              <a:xfrm>
                <a:off x="1400864" y="1624076"/>
                <a:ext cx="560368" cy="825149"/>
                <a:chOff x="1342876" y="1647676"/>
                <a:chExt cx="560368" cy="825149"/>
              </a:xfrm>
            </p:grpSpPr>
            <p:sp>
              <p:nvSpPr>
                <p:cNvPr id="1228" name="Google Shape;1228;p285"/>
                <p:cNvSpPr/>
                <p:nvPr/>
              </p:nvSpPr>
              <p:spPr>
                <a:xfrm rot="2700000">
                  <a:off x="1424940" y="1729740"/>
                  <a:ext cx="396240" cy="39624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Public Sans"/>
                    <a:ea typeface="Public Sans"/>
                    <a:cs typeface="Public Sans"/>
                    <a:sym typeface="Public Sans"/>
                  </a:endParaRPr>
                </a:p>
              </p:txBody>
            </p:sp>
            <p:sp>
              <p:nvSpPr>
                <p:cNvPr id="1229" name="Google Shape;1229;p285"/>
                <p:cNvSpPr/>
                <p:nvPr/>
              </p:nvSpPr>
              <p:spPr>
                <a:xfrm rot="2700000">
                  <a:off x="1424940" y="1994521"/>
                  <a:ext cx="396240" cy="396240"/>
                </a:xfrm>
                <a:prstGeom prst="rect">
                  <a:avLst/>
                </a:prstGeom>
                <a:solidFill>
                  <a:schemeClr val="lt1"/>
                </a:solidFill>
                <a:ln w="254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Public Sans"/>
                    <a:ea typeface="Public Sans"/>
                    <a:cs typeface="Public Sans"/>
                    <a:sym typeface="Public Sans"/>
                  </a:endParaRPr>
                </a:p>
              </p:txBody>
            </p:sp>
          </p:grpSp>
          <p:cxnSp>
            <p:nvCxnSpPr>
              <p:cNvPr id="1230" name="Google Shape;1230;p285"/>
              <p:cNvCxnSpPr/>
              <p:nvPr/>
            </p:nvCxnSpPr>
            <p:spPr>
              <a:xfrm>
                <a:off x="1681048" y="1841656"/>
                <a:ext cx="0" cy="692859"/>
              </a:xfrm>
              <a:prstGeom prst="straightConnector1">
                <a:avLst/>
              </a:prstGeom>
              <a:noFill/>
              <a:ln w="9525" cap="flat" cmpd="sng">
                <a:solidFill>
                  <a:srgbClr val="BFBFBF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sp>
            <p:nvSpPr>
              <p:cNvPr id="1231" name="Google Shape;1231;p285"/>
              <p:cNvSpPr/>
              <p:nvPr/>
            </p:nvSpPr>
            <p:spPr>
              <a:xfrm rot="2700000">
                <a:off x="1559854" y="1891857"/>
                <a:ext cx="242388" cy="242388"/>
              </a:xfrm>
              <a:prstGeom prst="rect">
                <a:avLst/>
              </a:prstGeom>
              <a:solidFill>
                <a:schemeClr val="accent4"/>
              </a:solidFill>
              <a:ln w="254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50800" dist="38100" dir="5400000" algn="t" rotWithShape="0">
                  <a:srgbClr val="000000">
                    <a:alpha val="40000"/>
                  </a:srgbClr>
                </a:outerShdw>
              </a:effectLst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Public Sans"/>
                  <a:ea typeface="Public Sans"/>
                  <a:cs typeface="Public Sans"/>
                  <a:sym typeface="Public Sans"/>
                </a:endParaRPr>
              </a:p>
            </p:txBody>
          </p:sp>
        </p:grpSp>
      </p:grpSp>
      <p:sp>
        <p:nvSpPr>
          <p:cNvPr id="1232" name="Google Shape;1232;p285"/>
          <p:cNvSpPr txBox="1">
            <a:spLocks noGrp="1"/>
          </p:cNvSpPr>
          <p:nvPr>
            <p:ph type="body" idx="1"/>
          </p:nvPr>
        </p:nvSpPr>
        <p:spPr>
          <a:xfrm>
            <a:off x="1102027" y="3913557"/>
            <a:ext cx="1714750" cy="32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33" name="Google Shape;1233;p285"/>
          <p:cNvSpPr txBox="1">
            <a:spLocks noGrp="1"/>
          </p:cNvSpPr>
          <p:nvPr>
            <p:ph type="body" idx="2"/>
          </p:nvPr>
        </p:nvSpPr>
        <p:spPr>
          <a:xfrm>
            <a:off x="2843051" y="3913557"/>
            <a:ext cx="1714750" cy="32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34" name="Google Shape;1234;p285"/>
          <p:cNvSpPr txBox="1">
            <a:spLocks noGrp="1"/>
          </p:cNvSpPr>
          <p:nvPr>
            <p:ph type="body" idx="3"/>
          </p:nvPr>
        </p:nvSpPr>
        <p:spPr>
          <a:xfrm>
            <a:off x="4584075" y="3913557"/>
            <a:ext cx="1714750" cy="32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35" name="Google Shape;1235;p285"/>
          <p:cNvSpPr txBox="1">
            <a:spLocks noGrp="1"/>
          </p:cNvSpPr>
          <p:nvPr>
            <p:ph type="body" idx="4"/>
          </p:nvPr>
        </p:nvSpPr>
        <p:spPr>
          <a:xfrm>
            <a:off x="6325099" y="3913557"/>
            <a:ext cx="1714750" cy="32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grpSp>
        <p:nvGrpSpPr>
          <p:cNvPr id="1236" name="Google Shape;1236;p285"/>
          <p:cNvGrpSpPr/>
          <p:nvPr/>
        </p:nvGrpSpPr>
        <p:grpSpPr>
          <a:xfrm>
            <a:off x="881517" y="1424144"/>
            <a:ext cx="7361989" cy="646462"/>
            <a:chOff x="881517" y="2219381"/>
            <a:chExt cx="7361989" cy="646462"/>
          </a:xfrm>
        </p:grpSpPr>
        <p:grpSp>
          <p:nvGrpSpPr>
            <p:cNvPr id="1237" name="Google Shape;1237;p285"/>
            <p:cNvGrpSpPr/>
            <p:nvPr/>
          </p:nvGrpSpPr>
          <p:grpSpPr>
            <a:xfrm>
              <a:off x="881517" y="2219381"/>
              <a:ext cx="397892" cy="646462"/>
              <a:chOff x="1400864" y="1624076"/>
              <a:chExt cx="560368" cy="910439"/>
            </a:xfrm>
          </p:grpSpPr>
          <p:grpSp>
            <p:nvGrpSpPr>
              <p:cNvPr id="1238" name="Google Shape;1238;p285"/>
              <p:cNvGrpSpPr/>
              <p:nvPr/>
            </p:nvGrpSpPr>
            <p:grpSpPr>
              <a:xfrm>
                <a:off x="1400864" y="1624076"/>
                <a:ext cx="560368" cy="825149"/>
                <a:chOff x="1342876" y="1647676"/>
                <a:chExt cx="560368" cy="825149"/>
              </a:xfrm>
            </p:grpSpPr>
            <p:sp>
              <p:nvSpPr>
                <p:cNvPr id="1239" name="Google Shape;1239;p285"/>
                <p:cNvSpPr/>
                <p:nvPr/>
              </p:nvSpPr>
              <p:spPr>
                <a:xfrm rot="2700000">
                  <a:off x="1424940" y="1729740"/>
                  <a:ext cx="396240" cy="39624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Public Sans"/>
                    <a:ea typeface="Public Sans"/>
                    <a:cs typeface="Public Sans"/>
                    <a:sym typeface="Public Sans"/>
                  </a:endParaRPr>
                </a:p>
              </p:txBody>
            </p:sp>
            <p:sp>
              <p:nvSpPr>
                <p:cNvPr id="1240" name="Google Shape;1240;p285"/>
                <p:cNvSpPr/>
                <p:nvPr/>
              </p:nvSpPr>
              <p:spPr>
                <a:xfrm rot="2700000">
                  <a:off x="1424940" y="1994521"/>
                  <a:ext cx="396240" cy="396240"/>
                </a:xfrm>
                <a:prstGeom prst="rect">
                  <a:avLst/>
                </a:prstGeom>
                <a:solidFill>
                  <a:schemeClr val="lt1"/>
                </a:solidFill>
                <a:ln w="254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Public Sans"/>
                    <a:ea typeface="Public Sans"/>
                    <a:cs typeface="Public Sans"/>
                    <a:sym typeface="Public Sans"/>
                  </a:endParaRPr>
                </a:p>
              </p:txBody>
            </p:sp>
          </p:grpSp>
          <p:cxnSp>
            <p:nvCxnSpPr>
              <p:cNvPr id="1241" name="Google Shape;1241;p285"/>
              <p:cNvCxnSpPr/>
              <p:nvPr/>
            </p:nvCxnSpPr>
            <p:spPr>
              <a:xfrm>
                <a:off x="1681048" y="1841656"/>
                <a:ext cx="0" cy="692859"/>
              </a:xfrm>
              <a:prstGeom prst="straightConnector1">
                <a:avLst/>
              </a:prstGeom>
              <a:noFill/>
              <a:ln w="9525" cap="flat" cmpd="sng">
                <a:solidFill>
                  <a:srgbClr val="BFBFBF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sp>
            <p:nvSpPr>
              <p:cNvPr id="1242" name="Google Shape;1242;p285"/>
              <p:cNvSpPr/>
              <p:nvPr/>
            </p:nvSpPr>
            <p:spPr>
              <a:xfrm rot="2700000">
                <a:off x="1559854" y="1891857"/>
                <a:ext cx="242388" cy="242388"/>
              </a:xfrm>
              <a:prstGeom prst="rect">
                <a:avLst/>
              </a:prstGeom>
              <a:solidFill>
                <a:schemeClr val="accent4"/>
              </a:solidFill>
              <a:ln w="254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50800" dist="38100" dir="5400000" algn="t" rotWithShape="0">
                  <a:srgbClr val="000000">
                    <a:alpha val="40000"/>
                  </a:srgbClr>
                </a:outerShdw>
              </a:effectLst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Public Sans"/>
                  <a:ea typeface="Public Sans"/>
                  <a:cs typeface="Public Sans"/>
                  <a:sym typeface="Public Sans"/>
                </a:endParaRPr>
              </a:p>
            </p:txBody>
          </p:sp>
        </p:grpSp>
        <p:grpSp>
          <p:nvGrpSpPr>
            <p:cNvPr id="1243" name="Google Shape;1243;p285"/>
            <p:cNvGrpSpPr/>
            <p:nvPr/>
          </p:nvGrpSpPr>
          <p:grpSpPr>
            <a:xfrm>
              <a:off x="2622541" y="2219381"/>
              <a:ext cx="397892" cy="646462"/>
              <a:chOff x="1400864" y="1624076"/>
              <a:chExt cx="560368" cy="910439"/>
            </a:xfrm>
          </p:grpSpPr>
          <p:grpSp>
            <p:nvGrpSpPr>
              <p:cNvPr id="1244" name="Google Shape;1244;p285"/>
              <p:cNvGrpSpPr/>
              <p:nvPr/>
            </p:nvGrpSpPr>
            <p:grpSpPr>
              <a:xfrm>
                <a:off x="1400864" y="1624076"/>
                <a:ext cx="560368" cy="825149"/>
                <a:chOff x="1342876" y="1647676"/>
                <a:chExt cx="560368" cy="825149"/>
              </a:xfrm>
            </p:grpSpPr>
            <p:sp>
              <p:nvSpPr>
                <p:cNvPr id="1245" name="Google Shape;1245;p285"/>
                <p:cNvSpPr/>
                <p:nvPr/>
              </p:nvSpPr>
              <p:spPr>
                <a:xfrm rot="2700000">
                  <a:off x="1424940" y="1729740"/>
                  <a:ext cx="396240" cy="396240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Public Sans"/>
                    <a:ea typeface="Public Sans"/>
                    <a:cs typeface="Public Sans"/>
                    <a:sym typeface="Public Sans"/>
                  </a:endParaRPr>
                </a:p>
              </p:txBody>
            </p:sp>
            <p:sp>
              <p:nvSpPr>
                <p:cNvPr id="1246" name="Google Shape;1246;p285"/>
                <p:cNvSpPr/>
                <p:nvPr/>
              </p:nvSpPr>
              <p:spPr>
                <a:xfrm rot="2700000">
                  <a:off x="1424940" y="1994521"/>
                  <a:ext cx="396240" cy="396240"/>
                </a:xfrm>
                <a:prstGeom prst="rect">
                  <a:avLst/>
                </a:prstGeom>
                <a:solidFill>
                  <a:schemeClr val="lt1"/>
                </a:solidFill>
                <a:ln w="254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Public Sans"/>
                    <a:ea typeface="Public Sans"/>
                    <a:cs typeface="Public Sans"/>
                    <a:sym typeface="Public Sans"/>
                  </a:endParaRPr>
                </a:p>
              </p:txBody>
            </p:sp>
          </p:grpSp>
          <p:cxnSp>
            <p:nvCxnSpPr>
              <p:cNvPr id="1247" name="Google Shape;1247;p285"/>
              <p:cNvCxnSpPr/>
              <p:nvPr/>
            </p:nvCxnSpPr>
            <p:spPr>
              <a:xfrm>
                <a:off x="1681048" y="1841656"/>
                <a:ext cx="0" cy="692859"/>
              </a:xfrm>
              <a:prstGeom prst="straightConnector1">
                <a:avLst/>
              </a:prstGeom>
              <a:noFill/>
              <a:ln w="9525" cap="flat" cmpd="sng">
                <a:solidFill>
                  <a:srgbClr val="BFBFBF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sp>
            <p:nvSpPr>
              <p:cNvPr id="1248" name="Google Shape;1248;p285"/>
              <p:cNvSpPr/>
              <p:nvPr/>
            </p:nvSpPr>
            <p:spPr>
              <a:xfrm rot="2700000">
                <a:off x="1559854" y="1891857"/>
                <a:ext cx="242388" cy="242388"/>
              </a:xfrm>
              <a:prstGeom prst="rect">
                <a:avLst/>
              </a:prstGeom>
              <a:solidFill>
                <a:schemeClr val="lt2"/>
              </a:solidFill>
              <a:ln w="254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50800" dist="38100" dir="5400000" algn="t" rotWithShape="0">
                  <a:srgbClr val="000000">
                    <a:alpha val="40000"/>
                  </a:srgbClr>
                </a:outerShdw>
              </a:effectLst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Public Sans"/>
                  <a:ea typeface="Public Sans"/>
                  <a:cs typeface="Public Sans"/>
                  <a:sym typeface="Public Sans"/>
                </a:endParaRPr>
              </a:p>
            </p:txBody>
          </p:sp>
        </p:grpSp>
        <p:grpSp>
          <p:nvGrpSpPr>
            <p:cNvPr id="1249" name="Google Shape;1249;p285"/>
            <p:cNvGrpSpPr/>
            <p:nvPr/>
          </p:nvGrpSpPr>
          <p:grpSpPr>
            <a:xfrm>
              <a:off x="4363565" y="2219381"/>
              <a:ext cx="397892" cy="646462"/>
              <a:chOff x="1400864" y="1624076"/>
              <a:chExt cx="560368" cy="910439"/>
            </a:xfrm>
          </p:grpSpPr>
          <p:grpSp>
            <p:nvGrpSpPr>
              <p:cNvPr id="1250" name="Google Shape;1250;p285"/>
              <p:cNvGrpSpPr/>
              <p:nvPr/>
            </p:nvGrpSpPr>
            <p:grpSpPr>
              <a:xfrm>
                <a:off x="1400864" y="1624076"/>
                <a:ext cx="560368" cy="825149"/>
                <a:chOff x="1342876" y="1647676"/>
                <a:chExt cx="560368" cy="825149"/>
              </a:xfrm>
            </p:grpSpPr>
            <p:sp>
              <p:nvSpPr>
                <p:cNvPr id="1251" name="Google Shape;1251;p285"/>
                <p:cNvSpPr/>
                <p:nvPr/>
              </p:nvSpPr>
              <p:spPr>
                <a:xfrm rot="2700000">
                  <a:off x="1424940" y="1729740"/>
                  <a:ext cx="396240" cy="39624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Public Sans"/>
                    <a:ea typeface="Public Sans"/>
                    <a:cs typeface="Public Sans"/>
                    <a:sym typeface="Public Sans"/>
                  </a:endParaRPr>
                </a:p>
              </p:txBody>
            </p:sp>
            <p:sp>
              <p:nvSpPr>
                <p:cNvPr id="1252" name="Google Shape;1252;p285"/>
                <p:cNvSpPr/>
                <p:nvPr/>
              </p:nvSpPr>
              <p:spPr>
                <a:xfrm rot="2700000">
                  <a:off x="1424940" y="1994521"/>
                  <a:ext cx="396240" cy="396240"/>
                </a:xfrm>
                <a:prstGeom prst="rect">
                  <a:avLst/>
                </a:prstGeom>
                <a:solidFill>
                  <a:schemeClr val="lt1"/>
                </a:solidFill>
                <a:ln w="254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Public Sans"/>
                    <a:ea typeface="Public Sans"/>
                    <a:cs typeface="Public Sans"/>
                    <a:sym typeface="Public Sans"/>
                  </a:endParaRPr>
                </a:p>
              </p:txBody>
            </p:sp>
          </p:grpSp>
          <p:cxnSp>
            <p:nvCxnSpPr>
              <p:cNvPr id="1253" name="Google Shape;1253;p285"/>
              <p:cNvCxnSpPr/>
              <p:nvPr/>
            </p:nvCxnSpPr>
            <p:spPr>
              <a:xfrm>
                <a:off x="1681048" y="1841656"/>
                <a:ext cx="0" cy="692859"/>
              </a:xfrm>
              <a:prstGeom prst="straightConnector1">
                <a:avLst/>
              </a:prstGeom>
              <a:noFill/>
              <a:ln w="9525" cap="flat" cmpd="sng">
                <a:solidFill>
                  <a:srgbClr val="BFBFBF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sp>
            <p:nvSpPr>
              <p:cNvPr id="1254" name="Google Shape;1254;p285"/>
              <p:cNvSpPr/>
              <p:nvPr/>
            </p:nvSpPr>
            <p:spPr>
              <a:xfrm rot="2700000">
                <a:off x="1559854" y="1891857"/>
                <a:ext cx="242388" cy="242388"/>
              </a:xfrm>
              <a:prstGeom prst="rect">
                <a:avLst/>
              </a:prstGeom>
              <a:solidFill>
                <a:schemeClr val="accent4"/>
              </a:solidFill>
              <a:ln w="254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50800" dist="38100" dir="5400000" algn="t" rotWithShape="0">
                  <a:srgbClr val="000000">
                    <a:alpha val="40000"/>
                  </a:srgbClr>
                </a:outerShdw>
              </a:effectLst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Public Sans"/>
                  <a:ea typeface="Public Sans"/>
                  <a:cs typeface="Public Sans"/>
                  <a:sym typeface="Public Sans"/>
                </a:endParaRPr>
              </a:p>
            </p:txBody>
          </p:sp>
        </p:grpSp>
        <p:grpSp>
          <p:nvGrpSpPr>
            <p:cNvPr id="1255" name="Google Shape;1255;p285"/>
            <p:cNvGrpSpPr/>
            <p:nvPr/>
          </p:nvGrpSpPr>
          <p:grpSpPr>
            <a:xfrm>
              <a:off x="6104589" y="2219381"/>
              <a:ext cx="397892" cy="646462"/>
              <a:chOff x="1400864" y="1624076"/>
              <a:chExt cx="560368" cy="910439"/>
            </a:xfrm>
          </p:grpSpPr>
          <p:grpSp>
            <p:nvGrpSpPr>
              <p:cNvPr id="1256" name="Google Shape;1256;p285"/>
              <p:cNvGrpSpPr/>
              <p:nvPr/>
            </p:nvGrpSpPr>
            <p:grpSpPr>
              <a:xfrm>
                <a:off x="1400864" y="1624076"/>
                <a:ext cx="560368" cy="825149"/>
                <a:chOff x="1342876" y="1647676"/>
                <a:chExt cx="560368" cy="825149"/>
              </a:xfrm>
            </p:grpSpPr>
            <p:sp>
              <p:nvSpPr>
                <p:cNvPr id="1257" name="Google Shape;1257;p285"/>
                <p:cNvSpPr/>
                <p:nvPr/>
              </p:nvSpPr>
              <p:spPr>
                <a:xfrm rot="2700000">
                  <a:off x="1424940" y="1729740"/>
                  <a:ext cx="396240" cy="396240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Public Sans"/>
                    <a:ea typeface="Public Sans"/>
                    <a:cs typeface="Public Sans"/>
                    <a:sym typeface="Public Sans"/>
                  </a:endParaRPr>
                </a:p>
              </p:txBody>
            </p:sp>
            <p:sp>
              <p:nvSpPr>
                <p:cNvPr id="1258" name="Google Shape;1258;p285"/>
                <p:cNvSpPr/>
                <p:nvPr/>
              </p:nvSpPr>
              <p:spPr>
                <a:xfrm rot="2700000">
                  <a:off x="1424940" y="1994521"/>
                  <a:ext cx="396240" cy="396240"/>
                </a:xfrm>
                <a:prstGeom prst="rect">
                  <a:avLst/>
                </a:prstGeom>
                <a:solidFill>
                  <a:schemeClr val="lt1"/>
                </a:solidFill>
                <a:ln w="254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Public Sans"/>
                    <a:ea typeface="Public Sans"/>
                    <a:cs typeface="Public Sans"/>
                    <a:sym typeface="Public Sans"/>
                  </a:endParaRPr>
                </a:p>
              </p:txBody>
            </p:sp>
          </p:grpSp>
          <p:cxnSp>
            <p:nvCxnSpPr>
              <p:cNvPr id="1259" name="Google Shape;1259;p285"/>
              <p:cNvCxnSpPr/>
              <p:nvPr/>
            </p:nvCxnSpPr>
            <p:spPr>
              <a:xfrm>
                <a:off x="1681048" y="1841656"/>
                <a:ext cx="0" cy="692859"/>
              </a:xfrm>
              <a:prstGeom prst="straightConnector1">
                <a:avLst/>
              </a:prstGeom>
              <a:noFill/>
              <a:ln w="9525" cap="flat" cmpd="sng">
                <a:solidFill>
                  <a:srgbClr val="BFBFBF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sp>
            <p:nvSpPr>
              <p:cNvPr id="1260" name="Google Shape;1260;p285"/>
              <p:cNvSpPr/>
              <p:nvPr/>
            </p:nvSpPr>
            <p:spPr>
              <a:xfrm rot="2700000">
                <a:off x="1559854" y="1891857"/>
                <a:ext cx="242388" cy="242388"/>
              </a:xfrm>
              <a:prstGeom prst="rect">
                <a:avLst/>
              </a:prstGeom>
              <a:solidFill>
                <a:schemeClr val="lt2"/>
              </a:solidFill>
              <a:ln w="254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50800" dist="38100" dir="5400000" algn="t" rotWithShape="0">
                  <a:srgbClr val="000000">
                    <a:alpha val="40000"/>
                  </a:srgbClr>
                </a:outerShdw>
              </a:effectLst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Public Sans"/>
                  <a:ea typeface="Public Sans"/>
                  <a:cs typeface="Public Sans"/>
                  <a:sym typeface="Public Sans"/>
                </a:endParaRPr>
              </a:p>
            </p:txBody>
          </p:sp>
        </p:grpSp>
        <p:grpSp>
          <p:nvGrpSpPr>
            <p:cNvPr id="1261" name="Google Shape;1261;p285"/>
            <p:cNvGrpSpPr/>
            <p:nvPr/>
          </p:nvGrpSpPr>
          <p:grpSpPr>
            <a:xfrm>
              <a:off x="7845614" y="2219381"/>
              <a:ext cx="397892" cy="646462"/>
              <a:chOff x="1400864" y="1624076"/>
              <a:chExt cx="560368" cy="910439"/>
            </a:xfrm>
          </p:grpSpPr>
          <p:grpSp>
            <p:nvGrpSpPr>
              <p:cNvPr id="1262" name="Google Shape;1262;p285"/>
              <p:cNvGrpSpPr/>
              <p:nvPr/>
            </p:nvGrpSpPr>
            <p:grpSpPr>
              <a:xfrm>
                <a:off x="1400864" y="1624076"/>
                <a:ext cx="560368" cy="825149"/>
                <a:chOff x="1342876" y="1647676"/>
                <a:chExt cx="560368" cy="825149"/>
              </a:xfrm>
            </p:grpSpPr>
            <p:sp>
              <p:nvSpPr>
                <p:cNvPr id="1263" name="Google Shape;1263;p285"/>
                <p:cNvSpPr/>
                <p:nvPr/>
              </p:nvSpPr>
              <p:spPr>
                <a:xfrm rot="2700000">
                  <a:off x="1424940" y="1729740"/>
                  <a:ext cx="396240" cy="39624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Public Sans"/>
                    <a:ea typeface="Public Sans"/>
                    <a:cs typeface="Public Sans"/>
                    <a:sym typeface="Public Sans"/>
                  </a:endParaRPr>
                </a:p>
              </p:txBody>
            </p:sp>
            <p:sp>
              <p:nvSpPr>
                <p:cNvPr id="1264" name="Google Shape;1264;p285"/>
                <p:cNvSpPr/>
                <p:nvPr/>
              </p:nvSpPr>
              <p:spPr>
                <a:xfrm rot="2700000">
                  <a:off x="1424940" y="1994521"/>
                  <a:ext cx="396240" cy="396240"/>
                </a:xfrm>
                <a:prstGeom prst="rect">
                  <a:avLst/>
                </a:prstGeom>
                <a:solidFill>
                  <a:schemeClr val="lt1"/>
                </a:solidFill>
                <a:ln w="254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Public Sans"/>
                    <a:ea typeface="Public Sans"/>
                    <a:cs typeface="Public Sans"/>
                    <a:sym typeface="Public Sans"/>
                  </a:endParaRPr>
                </a:p>
              </p:txBody>
            </p:sp>
          </p:grpSp>
          <p:cxnSp>
            <p:nvCxnSpPr>
              <p:cNvPr id="1265" name="Google Shape;1265;p285"/>
              <p:cNvCxnSpPr/>
              <p:nvPr/>
            </p:nvCxnSpPr>
            <p:spPr>
              <a:xfrm>
                <a:off x="1681048" y="1841656"/>
                <a:ext cx="0" cy="692859"/>
              </a:xfrm>
              <a:prstGeom prst="straightConnector1">
                <a:avLst/>
              </a:prstGeom>
              <a:noFill/>
              <a:ln w="9525" cap="flat" cmpd="sng">
                <a:solidFill>
                  <a:srgbClr val="BFBFBF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sp>
            <p:nvSpPr>
              <p:cNvPr id="1266" name="Google Shape;1266;p285"/>
              <p:cNvSpPr/>
              <p:nvPr/>
            </p:nvSpPr>
            <p:spPr>
              <a:xfrm rot="2700000">
                <a:off x="1559854" y="1891857"/>
                <a:ext cx="242388" cy="242388"/>
              </a:xfrm>
              <a:prstGeom prst="rect">
                <a:avLst/>
              </a:prstGeom>
              <a:solidFill>
                <a:schemeClr val="accent4"/>
              </a:solidFill>
              <a:ln w="254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50800" dist="38100" dir="5400000" algn="t" rotWithShape="0">
                  <a:srgbClr val="000000">
                    <a:alpha val="40000"/>
                  </a:srgbClr>
                </a:outerShdw>
              </a:effectLst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Public Sans"/>
                  <a:ea typeface="Public Sans"/>
                  <a:cs typeface="Public Sans"/>
                  <a:sym typeface="Public Sans"/>
                </a:endParaRPr>
              </a:p>
            </p:txBody>
          </p:sp>
        </p:grpSp>
      </p:grpSp>
      <p:sp>
        <p:nvSpPr>
          <p:cNvPr id="1267" name="Google Shape;1267;p285"/>
          <p:cNvSpPr txBox="1">
            <a:spLocks noGrp="1"/>
          </p:cNvSpPr>
          <p:nvPr>
            <p:ph type="body" idx="5"/>
          </p:nvPr>
        </p:nvSpPr>
        <p:spPr>
          <a:xfrm>
            <a:off x="223088" y="2206673"/>
            <a:ext cx="1714750" cy="32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68" name="Google Shape;1268;p285"/>
          <p:cNvSpPr txBox="1">
            <a:spLocks noGrp="1"/>
          </p:cNvSpPr>
          <p:nvPr>
            <p:ph type="body" idx="6"/>
          </p:nvPr>
        </p:nvSpPr>
        <p:spPr>
          <a:xfrm>
            <a:off x="1964112" y="2206673"/>
            <a:ext cx="1714750" cy="32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69" name="Google Shape;1269;p285"/>
          <p:cNvSpPr txBox="1">
            <a:spLocks noGrp="1"/>
          </p:cNvSpPr>
          <p:nvPr>
            <p:ph type="body" idx="7"/>
          </p:nvPr>
        </p:nvSpPr>
        <p:spPr>
          <a:xfrm>
            <a:off x="3705136" y="2206673"/>
            <a:ext cx="1714750" cy="32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70" name="Google Shape;1270;p285"/>
          <p:cNvSpPr txBox="1">
            <a:spLocks noGrp="1"/>
          </p:cNvSpPr>
          <p:nvPr>
            <p:ph type="body" idx="8"/>
          </p:nvPr>
        </p:nvSpPr>
        <p:spPr>
          <a:xfrm>
            <a:off x="5446160" y="2206673"/>
            <a:ext cx="1714750" cy="32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71" name="Google Shape;1271;p285"/>
          <p:cNvSpPr txBox="1">
            <a:spLocks noGrp="1"/>
          </p:cNvSpPr>
          <p:nvPr>
            <p:ph type="body" idx="9"/>
          </p:nvPr>
        </p:nvSpPr>
        <p:spPr>
          <a:xfrm>
            <a:off x="7187185" y="2206673"/>
            <a:ext cx="1714750" cy="32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1_Section title and description 19">
    <p:spTree>
      <p:nvGrpSpPr>
        <p:cNvPr id="1" name="Shape 1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3" name="Google Shape;1273;p286" descr="Shape&#10;&#10;Description automatically generated with low confidenc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3990" cy="5143494"/>
          </a:xfrm>
          <a:prstGeom prst="rect">
            <a:avLst/>
          </a:prstGeom>
          <a:noFill/>
          <a:ln>
            <a:noFill/>
          </a:ln>
        </p:spPr>
      </p:pic>
      <p:sp>
        <p:nvSpPr>
          <p:cNvPr id="1274" name="Google Shape;1274;p286"/>
          <p:cNvSpPr txBox="1">
            <a:spLocks noGrp="1"/>
          </p:cNvSpPr>
          <p:nvPr>
            <p:ph type="title"/>
          </p:nvPr>
        </p:nvSpPr>
        <p:spPr>
          <a:xfrm>
            <a:off x="135731" y="202405"/>
            <a:ext cx="7886700" cy="344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366A"/>
              </a:buClr>
              <a:buSzPts val="1700"/>
              <a:buFont typeface="Public Sans"/>
              <a:buNone/>
              <a:defRPr sz="1700" b="1" i="0" u="none" strike="noStrike" cap="none">
                <a:solidFill>
                  <a:srgbClr val="22366A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75" name="Google Shape;1275;p286"/>
          <p:cNvSpPr/>
          <p:nvPr/>
        </p:nvSpPr>
        <p:spPr>
          <a:xfrm>
            <a:off x="0" y="202405"/>
            <a:ext cx="135731" cy="344091"/>
          </a:xfrm>
          <a:prstGeom prst="rect">
            <a:avLst/>
          </a:prstGeom>
          <a:solidFill>
            <a:srgbClr val="22366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76" name="Google Shape;1276;p286"/>
          <p:cNvGrpSpPr/>
          <p:nvPr/>
        </p:nvGrpSpPr>
        <p:grpSpPr>
          <a:xfrm>
            <a:off x="1761518" y="3131028"/>
            <a:ext cx="5620964" cy="646462"/>
            <a:chOff x="881517" y="3131028"/>
            <a:chExt cx="5620964" cy="646462"/>
          </a:xfrm>
        </p:grpSpPr>
        <p:grpSp>
          <p:nvGrpSpPr>
            <p:cNvPr id="1277" name="Google Shape;1277;p286"/>
            <p:cNvGrpSpPr/>
            <p:nvPr/>
          </p:nvGrpSpPr>
          <p:grpSpPr>
            <a:xfrm>
              <a:off x="881517" y="3131028"/>
              <a:ext cx="397892" cy="646462"/>
              <a:chOff x="1400864" y="1624076"/>
              <a:chExt cx="560368" cy="910439"/>
            </a:xfrm>
          </p:grpSpPr>
          <p:grpSp>
            <p:nvGrpSpPr>
              <p:cNvPr id="1278" name="Google Shape;1278;p286"/>
              <p:cNvGrpSpPr/>
              <p:nvPr/>
            </p:nvGrpSpPr>
            <p:grpSpPr>
              <a:xfrm>
                <a:off x="1400864" y="1624076"/>
                <a:ext cx="560368" cy="825149"/>
                <a:chOff x="1342876" y="1647676"/>
                <a:chExt cx="560368" cy="825149"/>
              </a:xfrm>
            </p:grpSpPr>
            <p:sp>
              <p:nvSpPr>
                <p:cNvPr id="1279" name="Google Shape;1279;p286"/>
                <p:cNvSpPr/>
                <p:nvPr/>
              </p:nvSpPr>
              <p:spPr>
                <a:xfrm rot="2700000">
                  <a:off x="1424940" y="1729740"/>
                  <a:ext cx="396240" cy="396240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Public Sans"/>
                    <a:ea typeface="Public Sans"/>
                    <a:cs typeface="Public Sans"/>
                    <a:sym typeface="Public Sans"/>
                  </a:endParaRPr>
                </a:p>
              </p:txBody>
            </p:sp>
            <p:sp>
              <p:nvSpPr>
                <p:cNvPr id="1280" name="Google Shape;1280;p286"/>
                <p:cNvSpPr/>
                <p:nvPr/>
              </p:nvSpPr>
              <p:spPr>
                <a:xfrm rot="2700000">
                  <a:off x="1424940" y="1994521"/>
                  <a:ext cx="396240" cy="396240"/>
                </a:xfrm>
                <a:prstGeom prst="rect">
                  <a:avLst/>
                </a:prstGeom>
                <a:solidFill>
                  <a:schemeClr val="lt1"/>
                </a:solidFill>
                <a:ln w="254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Public Sans"/>
                    <a:ea typeface="Public Sans"/>
                    <a:cs typeface="Public Sans"/>
                    <a:sym typeface="Public Sans"/>
                  </a:endParaRPr>
                </a:p>
              </p:txBody>
            </p:sp>
          </p:grpSp>
          <p:cxnSp>
            <p:nvCxnSpPr>
              <p:cNvPr id="1281" name="Google Shape;1281;p286"/>
              <p:cNvCxnSpPr/>
              <p:nvPr/>
            </p:nvCxnSpPr>
            <p:spPr>
              <a:xfrm>
                <a:off x="1681048" y="1841656"/>
                <a:ext cx="0" cy="692859"/>
              </a:xfrm>
              <a:prstGeom prst="straightConnector1">
                <a:avLst/>
              </a:prstGeom>
              <a:noFill/>
              <a:ln w="9525" cap="flat" cmpd="sng">
                <a:solidFill>
                  <a:srgbClr val="BFBFBF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sp>
            <p:nvSpPr>
              <p:cNvPr id="1282" name="Google Shape;1282;p286"/>
              <p:cNvSpPr/>
              <p:nvPr/>
            </p:nvSpPr>
            <p:spPr>
              <a:xfrm rot="2700000">
                <a:off x="1559854" y="1891857"/>
                <a:ext cx="242388" cy="242388"/>
              </a:xfrm>
              <a:prstGeom prst="rect">
                <a:avLst/>
              </a:prstGeom>
              <a:solidFill>
                <a:schemeClr val="lt2"/>
              </a:solidFill>
              <a:ln w="254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50800" dist="38100" dir="5400000" algn="t" rotWithShape="0">
                  <a:srgbClr val="000000">
                    <a:alpha val="40000"/>
                  </a:srgbClr>
                </a:outerShdw>
              </a:effectLst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Public Sans"/>
                  <a:ea typeface="Public Sans"/>
                  <a:cs typeface="Public Sans"/>
                  <a:sym typeface="Public Sans"/>
                </a:endParaRPr>
              </a:p>
            </p:txBody>
          </p:sp>
        </p:grpSp>
        <p:grpSp>
          <p:nvGrpSpPr>
            <p:cNvPr id="1283" name="Google Shape;1283;p286"/>
            <p:cNvGrpSpPr/>
            <p:nvPr/>
          </p:nvGrpSpPr>
          <p:grpSpPr>
            <a:xfrm>
              <a:off x="2622541" y="3131028"/>
              <a:ext cx="397892" cy="646462"/>
              <a:chOff x="1400864" y="1624076"/>
              <a:chExt cx="560368" cy="910439"/>
            </a:xfrm>
          </p:grpSpPr>
          <p:grpSp>
            <p:nvGrpSpPr>
              <p:cNvPr id="1284" name="Google Shape;1284;p286"/>
              <p:cNvGrpSpPr/>
              <p:nvPr/>
            </p:nvGrpSpPr>
            <p:grpSpPr>
              <a:xfrm>
                <a:off x="1400864" y="1624076"/>
                <a:ext cx="560368" cy="825149"/>
                <a:chOff x="1342876" y="1647676"/>
                <a:chExt cx="560368" cy="825149"/>
              </a:xfrm>
            </p:grpSpPr>
            <p:sp>
              <p:nvSpPr>
                <p:cNvPr id="1285" name="Google Shape;1285;p286"/>
                <p:cNvSpPr/>
                <p:nvPr/>
              </p:nvSpPr>
              <p:spPr>
                <a:xfrm rot="2700000">
                  <a:off x="1424940" y="1729740"/>
                  <a:ext cx="396240" cy="39624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Public Sans"/>
                    <a:ea typeface="Public Sans"/>
                    <a:cs typeface="Public Sans"/>
                    <a:sym typeface="Public Sans"/>
                  </a:endParaRPr>
                </a:p>
              </p:txBody>
            </p:sp>
            <p:sp>
              <p:nvSpPr>
                <p:cNvPr id="1286" name="Google Shape;1286;p286"/>
                <p:cNvSpPr/>
                <p:nvPr/>
              </p:nvSpPr>
              <p:spPr>
                <a:xfrm rot="2700000">
                  <a:off x="1424940" y="1994521"/>
                  <a:ext cx="396240" cy="396240"/>
                </a:xfrm>
                <a:prstGeom prst="rect">
                  <a:avLst/>
                </a:prstGeom>
                <a:solidFill>
                  <a:schemeClr val="lt1"/>
                </a:solidFill>
                <a:ln w="254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Public Sans"/>
                    <a:ea typeface="Public Sans"/>
                    <a:cs typeface="Public Sans"/>
                    <a:sym typeface="Public Sans"/>
                  </a:endParaRPr>
                </a:p>
              </p:txBody>
            </p:sp>
          </p:grpSp>
          <p:cxnSp>
            <p:nvCxnSpPr>
              <p:cNvPr id="1287" name="Google Shape;1287;p286"/>
              <p:cNvCxnSpPr/>
              <p:nvPr/>
            </p:nvCxnSpPr>
            <p:spPr>
              <a:xfrm>
                <a:off x="1681048" y="1841656"/>
                <a:ext cx="0" cy="692859"/>
              </a:xfrm>
              <a:prstGeom prst="straightConnector1">
                <a:avLst/>
              </a:prstGeom>
              <a:noFill/>
              <a:ln w="9525" cap="flat" cmpd="sng">
                <a:solidFill>
                  <a:srgbClr val="BFBFBF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sp>
            <p:nvSpPr>
              <p:cNvPr id="1288" name="Google Shape;1288;p286"/>
              <p:cNvSpPr/>
              <p:nvPr/>
            </p:nvSpPr>
            <p:spPr>
              <a:xfrm rot="2700000">
                <a:off x="1559854" y="1891857"/>
                <a:ext cx="242388" cy="242388"/>
              </a:xfrm>
              <a:prstGeom prst="rect">
                <a:avLst/>
              </a:prstGeom>
              <a:solidFill>
                <a:schemeClr val="accent1"/>
              </a:solidFill>
              <a:ln w="254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50800" dist="38100" dir="5400000" algn="t" rotWithShape="0">
                  <a:srgbClr val="000000">
                    <a:alpha val="40000"/>
                  </a:srgbClr>
                </a:outerShdw>
              </a:effectLst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Public Sans"/>
                  <a:ea typeface="Public Sans"/>
                  <a:cs typeface="Public Sans"/>
                  <a:sym typeface="Public Sans"/>
                </a:endParaRPr>
              </a:p>
            </p:txBody>
          </p:sp>
        </p:grpSp>
        <p:grpSp>
          <p:nvGrpSpPr>
            <p:cNvPr id="1289" name="Google Shape;1289;p286"/>
            <p:cNvGrpSpPr/>
            <p:nvPr/>
          </p:nvGrpSpPr>
          <p:grpSpPr>
            <a:xfrm>
              <a:off x="4363565" y="3131028"/>
              <a:ext cx="397892" cy="646462"/>
              <a:chOff x="1400864" y="1624076"/>
              <a:chExt cx="560368" cy="910439"/>
            </a:xfrm>
          </p:grpSpPr>
          <p:grpSp>
            <p:nvGrpSpPr>
              <p:cNvPr id="1290" name="Google Shape;1290;p286"/>
              <p:cNvGrpSpPr/>
              <p:nvPr/>
            </p:nvGrpSpPr>
            <p:grpSpPr>
              <a:xfrm>
                <a:off x="1400864" y="1624076"/>
                <a:ext cx="560368" cy="825149"/>
                <a:chOff x="1342876" y="1647676"/>
                <a:chExt cx="560368" cy="825149"/>
              </a:xfrm>
            </p:grpSpPr>
            <p:sp>
              <p:nvSpPr>
                <p:cNvPr id="1291" name="Google Shape;1291;p286"/>
                <p:cNvSpPr/>
                <p:nvPr/>
              </p:nvSpPr>
              <p:spPr>
                <a:xfrm rot="2700000">
                  <a:off x="1424940" y="1729740"/>
                  <a:ext cx="396240" cy="396240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Public Sans"/>
                    <a:ea typeface="Public Sans"/>
                    <a:cs typeface="Public Sans"/>
                    <a:sym typeface="Public Sans"/>
                  </a:endParaRPr>
                </a:p>
              </p:txBody>
            </p:sp>
            <p:sp>
              <p:nvSpPr>
                <p:cNvPr id="1292" name="Google Shape;1292;p286"/>
                <p:cNvSpPr/>
                <p:nvPr/>
              </p:nvSpPr>
              <p:spPr>
                <a:xfrm rot="2700000">
                  <a:off x="1424940" y="1994521"/>
                  <a:ext cx="396240" cy="396240"/>
                </a:xfrm>
                <a:prstGeom prst="rect">
                  <a:avLst/>
                </a:prstGeom>
                <a:solidFill>
                  <a:schemeClr val="lt1"/>
                </a:solidFill>
                <a:ln w="254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Public Sans"/>
                    <a:ea typeface="Public Sans"/>
                    <a:cs typeface="Public Sans"/>
                    <a:sym typeface="Public Sans"/>
                  </a:endParaRPr>
                </a:p>
              </p:txBody>
            </p:sp>
          </p:grpSp>
          <p:cxnSp>
            <p:nvCxnSpPr>
              <p:cNvPr id="1293" name="Google Shape;1293;p286"/>
              <p:cNvCxnSpPr/>
              <p:nvPr/>
            </p:nvCxnSpPr>
            <p:spPr>
              <a:xfrm>
                <a:off x="1681048" y="1841656"/>
                <a:ext cx="0" cy="692859"/>
              </a:xfrm>
              <a:prstGeom prst="straightConnector1">
                <a:avLst/>
              </a:prstGeom>
              <a:noFill/>
              <a:ln w="9525" cap="flat" cmpd="sng">
                <a:solidFill>
                  <a:srgbClr val="BFBFBF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sp>
            <p:nvSpPr>
              <p:cNvPr id="1294" name="Google Shape;1294;p286"/>
              <p:cNvSpPr/>
              <p:nvPr/>
            </p:nvSpPr>
            <p:spPr>
              <a:xfrm rot="2700000">
                <a:off x="1559854" y="1891857"/>
                <a:ext cx="242388" cy="242388"/>
              </a:xfrm>
              <a:prstGeom prst="rect">
                <a:avLst/>
              </a:prstGeom>
              <a:solidFill>
                <a:schemeClr val="lt2"/>
              </a:solidFill>
              <a:ln w="254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50800" dist="38100" dir="5400000" algn="t" rotWithShape="0">
                  <a:srgbClr val="000000">
                    <a:alpha val="40000"/>
                  </a:srgbClr>
                </a:outerShdw>
              </a:effectLst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Public Sans"/>
                  <a:ea typeface="Public Sans"/>
                  <a:cs typeface="Public Sans"/>
                  <a:sym typeface="Public Sans"/>
                </a:endParaRPr>
              </a:p>
            </p:txBody>
          </p:sp>
        </p:grpSp>
        <p:grpSp>
          <p:nvGrpSpPr>
            <p:cNvPr id="1295" name="Google Shape;1295;p286"/>
            <p:cNvGrpSpPr/>
            <p:nvPr/>
          </p:nvGrpSpPr>
          <p:grpSpPr>
            <a:xfrm>
              <a:off x="6104589" y="3131028"/>
              <a:ext cx="397892" cy="646462"/>
              <a:chOff x="1400864" y="1624076"/>
              <a:chExt cx="560368" cy="910439"/>
            </a:xfrm>
          </p:grpSpPr>
          <p:grpSp>
            <p:nvGrpSpPr>
              <p:cNvPr id="1296" name="Google Shape;1296;p286"/>
              <p:cNvGrpSpPr/>
              <p:nvPr/>
            </p:nvGrpSpPr>
            <p:grpSpPr>
              <a:xfrm>
                <a:off x="1400864" y="1624076"/>
                <a:ext cx="560368" cy="825149"/>
                <a:chOff x="1342876" y="1647676"/>
                <a:chExt cx="560368" cy="825149"/>
              </a:xfrm>
            </p:grpSpPr>
            <p:sp>
              <p:nvSpPr>
                <p:cNvPr id="1297" name="Google Shape;1297;p286"/>
                <p:cNvSpPr/>
                <p:nvPr/>
              </p:nvSpPr>
              <p:spPr>
                <a:xfrm rot="2700000">
                  <a:off x="1424940" y="1729740"/>
                  <a:ext cx="396240" cy="39624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Public Sans"/>
                    <a:ea typeface="Public Sans"/>
                    <a:cs typeface="Public Sans"/>
                    <a:sym typeface="Public Sans"/>
                  </a:endParaRPr>
                </a:p>
              </p:txBody>
            </p:sp>
            <p:sp>
              <p:nvSpPr>
                <p:cNvPr id="1298" name="Google Shape;1298;p286"/>
                <p:cNvSpPr/>
                <p:nvPr/>
              </p:nvSpPr>
              <p:spPr>
                <a:xfrm rot="2700000">
                  <a:off x="1424940" y="1994521"/>
                  <a:ext cx="396240" cy="396240"/>
                </a:xfrm>
                <a:prstGeom prst="rect">
                  <a:avLst/>
                </a:prstGeom>
                <a:solidFill>
                  <a:schemeClr val="lt1"/>
                </a:solidFill>
                <a:ln w="254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Public Sans"/>
                    <a:ea typeface="Public Sans"/>
                    <a:cs typeface="Public Sans"/>
                    <a:sym typeface="Public Sans"/>
                  </a:endParaRPr>
                </a:p>
              </p:txBody>
            </p:sp>
          </p:grpSp>
          <p:cxnSp>
            <p:nvCxnSpPr>
              <p:cNvPr id="1299" name="Google Shape;1299;p286"/>
              <p:cNvCxnSpPr/>
              <p:nvPr/>
            </p:nvCxnSpPr>
            <p:spPr>
              <a:xfrm>
                <a:off x="1681048" y="1841656"/>
                <a:ext cx="0" cy="692859"/>
              </a:xfrm>
              <a:prstGeom prst="straightConnector1">
                <a:avLst/>
              </a:prstGeom>
              <a:noFill/>
              <a:ln w="9525" cap="flat" cmpd="sng">
                <a:solidFill>
                  <a:srgbClr val="BFBFBF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sp>
            <p:nvSpPr>
              <p:cNvPr id="1300" name="Google Shape;1300;p286"/>
              <p:cNvSpPr/>
              <p:nvPr/>
            </p:nvSpPr>
            <p:spPr>
              <a:xfrm rot="2700000">
                <a:off x="1559854" y="1891857"/>
                <a:ext cx="242388" cy="242388"/>
              </a:xfrm>
              <a:prstGeom prst="rect">
                <a:avLst/>
              </a:prstGeom>
              <a:solidFill>
                <a:schemeClr val="accent1"/>
              </a:solidFill>
              <a:ln w="254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50800" dist="38100" dir="5400000" algn="t" rotWithShape="0">
                  <a:srgbClr val="000000">
                    <a:alpha val="40000"/>
                  </a:srgbClr>
                </a:outerShdw>
              </a:effectLst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Public Sans"/>
                  <a:ea typeface="Public Sans"/>
                  <a:cs typeface="Public Sans"/>
                  <a:sym typeface="Public Sans"/>
                </a:endParaRPr>
              </a:p>
            </p:txBody>
          </p:sp>
        </p:grpSp>
      </p:grpSp>
      <p:sp>
        <p:nvSpPr>
          <p:cNvPr id="1301" name="Google Shape;1301;p286"/>
          <p:cNvSpPr txBox="1">
            <a:spLocks noGrp="1"/>
          </p:cNvSpPr>
          <p:nvPr>
            <p:ph type="body" idx="1"/>
          </p:nvPr>
        </p:nvSpPr>
        <p:spPr>
          <a:xfrm>
            <a:off x="1102027" y="3913557"/>
            <a:ext cx="1714750" cy="32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02" name="Google Shape;1302;p286"/>
          <p:cNvSpPr txBox="1">
            <a:spLocks noGrp="1"/>
          </p:cNvSpPr>
          <p:nvPr>
            <p:ph type="body" idx="2"/>
          </p:nvPr>
        </p:nvSpPr>
        <p:spPr>
          <a:xfrm>
            <a:off x="2843051" y="3913557"/>
            <a:ext cx="1714750" cy="32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03" name="Google Shape;1303;p286"/>
          <p:cNvSpPr txBox="1">
            <a:spLocks noGrp="1"/>
          </p:cNvSpPr>
          <p:nvPr>
            <p:ph type="body" idx="3"/>
          </p:nvPr>
        </p:nvSpPr>
        <p:spPr>
          <a:xfrm>
            <a:off x="4584075" y="3913557"/>
            <a:ext cx="1714750" cy="32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04" name="Google Shape;1304;p286"/>
          <p:cNvSpPr txBox="1">
            <a:spLocks noGrp="1"/>
          </p:cNvSpPr>
          <p:nvPr>
            <p:ph type="body" idx="4"/>
          </p:nvPr>
        </p:nvSpPr>
        <p:spPr>
          <a:xfrm>
            <a:off x="6325099" y="3913557"/>
            <a:ext cx="1714750" cy="32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grpSp>
        <p:nvGrpSpPr>
          <p:cNvPr id="1305" name="Google Shape;1305;p286"/>
          <p:cNvGrpSpPr/>
          <p:nvPr/>
        </p:nvGrpSpPr>
        <p:grpSpPr>
          <a:xfrm>
            <a:off x="881517" y="1424144"/>
            <a:ext cx="7361989" cy="646462"/>
            <a:chOff x="881517" y="2219381"/>
            <a:chExt cx="7361989" cy="646462"/>
          </a:xfrm>
        </p:grpSpPr>
        <p:grpSp>
          <p:nvGrpSpPr>
            <p:cNvPr id="1306" name="Google Shape;1306;p286"/>
            <p:cNvGrpSpPr/>
            <p:nvPr/>
          </p:nvGrpSpPr>
          <p:grpSpPr>
            <a:xfrm>
              <a:off x="881517" y="2219381"/>
              <a:ext cx="397892" cy="646462"/>
              <a:chOff x="1400864" y="1624076"/>
              <a:chExt cx="560368" cy="910439"/>
            </a:xfrm>
          </p:grpSpPr>
          <p:grpSp>
            <p:nvGrpSpPr>
              <p:cNvPr id="1307" name="Google Shape;1307;p286"/>
              <p:cNvGrpSpPr/>
              <p:nvPr/>
            </p:nvGrpSpPr>
            <p:grpSpPr>
              <a:xfrm>
                <a:off x="1400864" y="1624076"/>
                <a:ext cx="560368" cy="825149"/>
                <a:chOff x="1342876" y="1647676"/>
                <a:chExt cx="560368" cy="825149"/>
              </a:xfrm>
            </p:grpSpPr>
            <p:sp>
              <p:nvSpPr>
                <p:cNvPr id="1308" name="Google Shape;1308;p286"/>
                <p:cNvSpPr/>
                <p:nvPr/>
              </p:nvSpPr>
              <p:spPr>
                <a:xfrm rot="2700000">
                  <a:off x="1424940" y="1729740"/>
                  <a:ext cx="396240" cy="39624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Public Sans"/>
                    <a:ea typeface="Public Sans"/>
                    <a:cs typeface="Public Sans"/>
                    <a:sym typeface="Public Sans"/>
                  </a:endParaRPr>
                </a:p>
              </p:txBody>
            </p:sp>
            <p:sp>
              <p:nvSpPr>
                <p:cNvPr id="1309" name="Google Shape;1309;p286"/>
                <p:cNvSpPr/>
                <p:nvPr/>
              </p:nvSpPr>
              <p:spPr>
                <a:xfrm rot="2700000">
                  <a:off x="1424940" y="1994521"/>
                  <a:ext cx="396240" cy="396240"/>
                </a:xfrm>
                <a:prstGeom prst="rect">
                  <a:avLst/>
                </a:prstGeom>
                <a:solidFill>
                  <a:schemeClr val="lt1"/>
                </a:solidFill>
                <a:ln w="254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Public Sans"/>
                    <a:ea typeface="Public Sans"/>
                    <a:cs typeface="Public Sans"/>
                    <a:sym typeface="Public Sans"/>
                  </a:endParaRPr>
                </a:p>
              </p:txBody>
            </p:sp>
          </p:grpSp>
          <p:cxnSp>
            <p:nvCxnSpPr>
              <p:cNvPr id="1310" name="Google Shape;1310;p286"/>
              <p:cNvCxnSpPr/>
              <p:nvPr/>
            </p:nvCxnSpPr>
            <p:spPr>
              <a:xfrm>
                <a:off x="1681048" y="1841656"/>
                <a:ext cx="0" cy="692859"/>
              </a:xfrm>
              <a:prstGeom prst="straightConnector1">
                <a:avLst/>
              </a:prstGeom>
              <a:noFill/>
              <a:ln w="9525" cap="flat" cmpd="sng">
                <a:solidFill>
                  <a:srgbClr val="BFBFBF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sp>
            <p:nvSpPr>
              <p:cNvPr id="1311" name="Google Shape;1311;p286"/>
              <p:cNvSpPr/>
              <p:nvPr/>
            </p:nvSpPr>
            <p:spPr>
              <a:xfrm rot="2700000">
                <a:off x="1559854" y="1891857"/>
                <a:ext cx="242388" cy="242388"/>
              </a:xfrm>
              <a:prstGeom prst="rect">
                <a:avLst/>
              </a:prstGeom>
              <a:solidFill>
                <a:schemeClr val="accent1"/>
              </a:solidFill>
              <a:ln w="254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50800" dist="38100" dir="5400000" algn="t" rotWithShape="0">
                  <a:srgbClr val="000000">
                    <a:alpha val="40000"/>
                  </a:srgbClr>
                </a:outerShdw>
              </a:effectLst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Public Sans"/>
                  <a:ea typeface="Public Sans"/>
                  <a:cs typeface="Public Sans"/>
                  <a:sym typeface="Public Sans"/>
                </a:endParaRPr>
              </a:p>
            </p:txBody>
          </p:sp>
        </p:grpSp>
        <p:grpSp>
          <p:nvGrpSpPr>
            <p:cNvPr id="1312" name="Google Shape;1312;p286"/>
            <p:cNvGrpSpPr/>
            <p:nvPr/>
          </p:nvGrpSpPr>
          <p:grpSpPr>
            <a:xfrm>
              <a:off x="2622541" y="2219381"/>
              <a:ext cx="397892" cy="646462"/>
              <a:chOff x="1400864" y="1624076"/>
              <a:chExt cx="560368" cy="910439"/>
            </a:xfrm>
          </p:grpSpPr>
          <p:grpSp>
            <p:nvGrpSpPr>
              <p:cNvPr id="1313" name="Google Shape;1313;p286"/>
              <p:cNvGrpSpPr/>
              <p:nvPr/>
            </p:nvGrpSpPr>
            <p:grpSpPr>
              <a:xfrm>
                <a:off x="1400864" y="1624076"/>
                <a:ext cx="560368" cy="825149"/>
                <a:chOff x="1342876" y="1647676"/>
                <a:chExt cx="560368" cy="825149"/>
              </a:xfrm>
            </p:grpSpPr>
            <p:sp>
              <p:nvSpPr>
                <p:cNvPr id="1314" name="Google Shape;1314;p286"/>
                <p:cNvSpPr/>
                <p:nvPr/>
              </p:nvSpPr>
              <p:spPr>
                <a:xfrm rot="2700000">
                  <a:off x="1424940" y="1729740"/>
                  <a:ext cx="396240" cy="396240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Public Sans"/>
                    <a:ea typeface="Public Sans"/>
                    <a:cs typeface="Public Sans"/>
                    <a:sym typeface="Public Sans"/>
                  </a:endParaRPr>
                </a:p>
              </p:txBody>
            </p:sp>
            <p:sp>
              <p:nvSpPr>
                <p:cNvPr id="1315" name="Google Shape;1315;p286"/>
                <p:cNvSpPr/>
                <p:nvPr/>
              </p:nvSpPr>
              <p:spPr>
                <a:xfrm rot="2700000">
                  <a:off x="1424940" y="1994521"/>
                  <a:ext cx="396240" cy="396240"/>
                </a:xfrm>
                <a:prstGeom prst="rect">
                  <a:avLst/>
                </a:prstGeom>
                <a:solidFill>
                  <a:schemeClr val="lt1"/>
                </a:solidFill>
                <a:ln w="254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Public Sans"/>
                    <a:ea typeface="Public Sans"/>
                    <a:cs typeface="Public Sans"/>
                    <a:sym typeface="Public Sans"/>
                  </a:endParaRPr>
                </a:p>
              </p:txBody>
            </p:sp>
          </p:grpSp>
          <p:cxnSp>
            <p:nvCxnSpPr>
              <p:cNvPr id="1316" name="Google Shape;1316;p286"/>
              <p:cNvCxnSpPr/>
              <p:nvPr/>
            </p:nvCxnSpPr>
            <p:spPr>
              <a:xfrm>
                <a:off x="1681048" y="1841656"/>
                <a:ext cx="0" cy="692859"/>
              </a:xfrm>
              <a:prstGeom prst="straightConnector1">
                <a:avLst/>
              </a:prstGeom>
              <a:noFill/>
              <a:ln w="9525" cap="flat" cmpd="sng">
                <a:solidFill>
                  <a:srgbClr val="BFBFBF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sp>
            <p:nvSpPr>
              <p:cNvPr id="1317" name="Google Shape;1317;p286"/>
              <p:cNvSpPr/>
              <p:nvPr/>
            </p:nvSpPr>
            <p:spPr>
              <a:xfrm rot="2700000">
                <a:off x="1559854" y="1891857"/>
                <a:ext cx="242388" cy="242388"/>
              </a:xfrm>
              <a:prstGeom prst="rect">
                <a:avLst/>
              </a:prstGeom>
              <a:solidFill>
                <a:schemeClr val="lt2"/>
              </a:solidFill>
              <a:ln w="254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50800" dist="38100" dir="5400000" algn="t" rotWithShape="0">
                  <a:srgbClr val="000000">
                    <a:alpha val="40000"/>
                  </a:srgbClr>
                </a:outerShdw>
              </a:effectLst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Public Sans"/>
                  <a:ea typeface="Public Sans"/>
                  <a:cs typeface="Public Sans"/>
                  <a:sym typeface="Public Sans"/>
                </a:endParaRPr>
              </a:p>
            </p:txBody>
          </p:sp>
        </p:grpSp>
        <p:grpSp>
          <p:nvGrpSpPr>
            <p:cNvPr id="1318" name="Google Shape;1318;p286"/>
            <p:cNvGrpSpPr/>
            <p:nvPr/>
          </p:nvGrpSpPr>
          <p:grpSpPr>
            <a:xfrm>
              <a:off x="4363565" y="2219381"/>
              <a:ext cx="397892" cy="646462"/>
              <a:chOff x="1400864" y="1624076"/>
              <a:chExt cx="560368" cy="910439"/>
            </a:xfrm>
          </p:grpSpPr>
          <p:grpSp>
            <p:nvGrpSpPr>
              <p:cNvPr id="1319" name="Google Shape;1319;p286"/>
              <p:cNvGrpSpPr/>
              <p:nvPr/>
            </p:nvGrpSpPr>
            <p:grpSpPr>
              <a:xfrm>
                <a:off x="1400864" y="1624076"/>
                <a:ext cx="560368" cy="825149"/>
                <a:chOff x="1342876" y="1647676"/>
                <a:chExt cx="560368" cy="825149"/>
              </a:xfrm>
            </p:grpSpPr>
            <p:sp>
              <p:nvSpPr>
                <p:cNvPr id="1320" name="Google Shape;1320;p286"/>
                <p:cNvSpPr/>
                <p:nvPr/>
              </p:nvSpPr>
              <p:spPr>
                <a:xfrm rot="2700000">
                  <a:off x="1424940" y="1729740"/>
                  <a:ext cx="396240" cy="39624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Public Sans"/>
                    <a:ea typeface="Public Sans"/>
                    <a:cs typeface="Public Sans"/>
                    <a:sym typeface="Public Sans"/>
                  </a:endParaRPr>
                </a:p>
              </p:txBody>
            </p:sp>
            <p:sp>
              <p:nvSpPr>
                <p:cNvPr id="1321" name="Google Shape;1321;p286"/>
                <p:cNvSpPr/>
                <p:nvPr/>
              </p:nvSpPr>
              <p:spPr>
                <a:xfrm rot="2700000">
                  <a:off x="1424940" y="1994521"/>
                  <a:ext cx="396240" cy="396240"/>
                </a:xfrm>
                <a:prstGeom prst="rect">
                  <a:avLst/>
                </a:prstGeom>
                <a:solidFill>
                  <a:schemeClr val="lt1"/>
                </a:solidFill>
                <a:ln w="254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Public Sans"/>
                    <a:ea typeface="Public Sans"/>
                    <a:cs typeface="Public Sans"/>
                    <a:sym typeface="Public Sans"/>
                  </a:endParaRPr>
                </a:p>
              </p:txBody>
            </p:sp>
          </p:grpSp>
          <p:cxnSp>
            <p:nvCxnSpPr>
              <p:cNvPr id="1322" name="Google Shape;1322;p286"/>
              <p:cNvCxnSpPr/>
              <p:nvPr/>
            </p:nvCxnSpPr>
            <p:spPr>
              <a:xfrm>
                <a:off x="1681048" y="1841656"/>
                <a:ext cx="0" cy="692859"/>
              </a:xfrm>
              <a:prstGeom prst="straightConnector1">
                <a:avLst/>
              </a:prstGeom>
              <a:noFill/>
              <a:ln w="9525" cap="flat" cmpd="sng">
                <a:solidFill>
                  <a:srgbClr val="BFBFBF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sp>
            <p:nvSpPr>
              <p:cNvPr id="1323" name="Google Shape;1323;p286"/>
              <p:cNvSpPr/>
              <p:nvPr/>
            </p:nvSpPr>
            <p:spPr>
              <a:xfrm rot="2700000">
                <a:off x="1559854" y="1891857"/>
                <a:ext cx="242388" cy="242388"/>
              </a:xfrm>
              <a:prstGeom prst="rect">
                <a:avLst/>
              </a:prstGeom>
              <a:solidFill>
                <a:schemeClr val="accent1"/>
              </a:solidFill>
              <a:ln w="254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50800" dist="38100" dir="5400000" algn="t" rotWithShape="0">
                  <a:srgbClr val="000000">
                    <a:alpha val="40000"/>
                  </a:srgbClr>
                </a:outerShdw>
              </a:effectLst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Public Sans"/>
                  <a:ea typeface="Public Sans"/>
                  <a:cs typeface="Public Sans"/>
                  <a:sym typeface="Public Sans"/>
                </a:endParaRPr>
              </a:p>
            </p:txBody>
          </p:sp>
        </p:grpSp>
        <p:grpSp>
          <p:nvGrpSpPr>
            <p:cNvPr id="1324" name="Google Shape;1324;p286"/>
            <p:cNvGrpSpPr/>
            <p:nvPr/>
          </p:nvGrpSpPr>
          <p:grpSpPr>
            <a:xfrm>
              <a:off x="6104589" y="2219381"/>
              <a:ext cx="397892" cy="646462"/>
              <a:chOff x="1400864" y="1624076"/>
              <a:chExt cx="560368" cy="910439"/>
            </a:xfrm>
          </p:grpSpPr>
          <p:grpSp>
            <p:nvGrpSpPr>
              <p:cNvPr id="1325" name="Google Shape;1325;p286"/>
              <p:cNvGrpSpPr/>
              <p:nvPr/>
            </p:nvGrpSpPr>
            <p:grpSpPr>
              <a:xfrm>
                <a:off x="1400864" y="1624076"/>
                <a:ext cx="560368" cy="825149"/>
                <a:chOff x="1342876" y="1647676"/>
                <a:chExt cx="560368" cy="825149"/>
              </a:xfrm>
            </p:grpSpPr>
            <p:sp>
              <p:nvSpPr>
                <p:cNvPr id="1326" name="Google Shape;1326;p286"/>
                <p:cNvSpPr/>
                <p:nvPr/>
              </p:nvSpPr>
              <p:spPr>
                <a:xfrm rot="2700000">
                  <a:off x="1424940" y="1729740"/>
                  <a:ext cx="396240" cy="396240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Public Sans"/>
                    <a:ea typeface="Public Sans"/>
                    <a:cs typeface="Public Sans"/>
                    <a:sym typeface="Public Sans"/>
                  </a:endParaRPr>
                </a:p>
              </p:txBody>
            </p:sp>
            <p:sp>
              <p:nvSpPr>
                <p:cNvPr id="1327" name="Google Shape;1327;p286"/>
                <p:cNvSpPr/>
                <p:nvPr/>
              </p:nvSpPr>
              <p:spPr>
                <a:xfrm rot="2700000">
                  <a:off x="1424940" y="1994521"/>
                  <a:ext cx="396240" cy="396240"/>
                </a:xfrm>
                <a:prstGeom prst="rect">
                  <a:avLst/>
                </a:prstGeom>
                <a:solidFill>
                  <a:schemeClr val="lt1"/>
                </a:solidFill>
                <a:ln w="254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Public Sans"/>
                    <a:ea typeface="Public Sans"/>
                    <a:cs typeface="Public Sans"/>
                    <a:sym typeface="Public Sans"/>
                  </a:endParaRPr>
                </a:p>
              </p:txBody>
            </p:sp>
          </p:grpSp>
          <p:cxnSp>
            <p:nvCxnSpPr>
              <p:cNvPr id="1328" name="Google Shape;1328;p286"/>
              <p:cNvCxnSpPr/>
              <p:nvPr/>
            </p:nvCxnSpPr>
            <p:spPr>
              <a:xfrm>
                <a:off x="1681048" y="1841656"/>
                <a:ext cx="0" cy="692859"/>
              </a:xfrm>
              <a:prstGeom prst="straightConnector1">
                <a:avLst/>
              </a:prstGeom>
              <a:noFill/>
              <a:ln w="9525" cap="flat" cmpd="sng">
                <a:solidFill>
                  <a:srgbClr val="BFBFBF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sp>
            <p:nvSpPr>
              <p:cNvPr id="1329" name="Google Shape;1329;p286"/>
              <p:cNvSpPr/>
              <p:nvPr/>
            </p:nvSpPr>
            <p:spPr>
              <a:xfrm rot="2700000">
                <a:off x="1559854" y="1891857"/>
                <a:ext cx="242388" cy="242388"/>
              </a:xfrm>
              <a:prstGeom prst="rect">
                <a:avLst/>
              </a:prstGeom>
              <a:solidFill>
                <a:schemeClr val="lt2"/>
              </a:solidFill>
              <a:ln w="254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50800" dist="38100" dir="5400000" algn="t" rotWithShape="0">
                  <a:srgbClr val="000000">
                    <a:alpha val="40000"/>
                  </a:srgbClr>
                </a:outerShdw>
              </a:effectLst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Public Sans"/>
                  <a:ea typeface="Public Sans"/>
                  <a:cs typeface="Public Sans"/>
                  <a:sym typeface="Public Sans"/>
                </a:endParaRPr>
              </a:p>
            </p:txBody>
          </p:sp>
        </p:grpSp>
        <p:grpSp>
          <p:nvGrpSpPr>
            <p:cNvPr id="1330" name="Google Shape;1330;p286"/>
            <p:cNvGrpSpPr/>
            <p:nvPr/>
          </p:nvGrpSpPr>
          <p:grpSpPr>
            <a:xfrm>
              <a:off x="7845614" y="2219381"/>
              <a:ext cx="397892" cy="646462"/>
              <a:chOff x="1400864" y="1624076"/>
              <a:chExt cx="560368" cy="910439"/>
            </a:xfrm>
          </p:grpSpPr>
          <p:grpSp>
            <p:nvGrpSpPr>
              <p:cNvPr id="1331" name="Google Shape;1331;p286"/>
              <p:cNvGrpSpPr/>
              <p:nvPr/>
            </p:nvGrpSpPr>
            <p:grpSpPr>
              <a:xfrm>
                <a:off x="1400864" y="1624076"/>
                <a:ext cx="560368" cy="825149"/>
                <a:chOff x="1342876" y="1647676"/>
                <a:chExt cx="560368" cy="825149"/>
              </a:xfrm>
            </p:grpSpPr>
            <p:sp>
              <p:nvSpPr>
                <p:cNvPr id="1332" name="Google Shape;1332;p286"/>
                <p:cNvSpPr/>
                <p:nvPr/>
              </p:nvSpPr>
              <p:spPr>
                <a:xfrm rot="2700000">
                  <a:off x="1424940" y="1729740"/>
                  <a:ext cx="396240" cy="39624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Public Sans"/>
                    <a:ea typeface="Public Sans"/>
                    <a:cs typeface="Public Sans"/>
                    <a:sym typeface="Public Sans"/>
                  </a:endParaRPr>
                </a:p>
              </p:txBody>
            </p:sp>
            <p:sp>
              <p:nvSpPr>
                <p:cNvPr id="1333" name="Google Shape;1333;p286"/>
                <p:cNvSpPr/>
                <p:nvPr/>
              </p:nvSpPr>
              <p:spPr>
                <a:xfrm rot="2700000">
                  <a:off x="1424940" y="1994521"/>
                  <a:ext cx="396240" cy="396240"/>
                </a:xfrm>
                <a:prstGeom prst="rect">
                  <a:avLst/>
                </a:prstGeom>
                <a:solidFill>
                  <a:schemeClr val="lt1"/>
                </a:solidFill>
                <a:ln w="254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Public Sans"/>
                    <a:ea typeface="Public Sans"/>
                    <a:cs typeface="Public Sans"/>
                    <a:sym typeface="Public Sans"/>
                  </a:endParaRPr>
                </a:p>
              </p:txBody>
            </p:sp>
          </p:grpSp>
          <p:cxnSp>
            <p:nvCxnSpPr>
              <p:cNvPr id="1334" name="Google Shape;1334;p286"/>
              <p:cNvCxnSpPr/>
              <p:nvPr/>
            </p:nvCxnSpPr>
            <p:spPr>
              <a:xfrm>
                <a:off x="1681048" y="1841656"/>
                <a:ext cx="0" cy="692859"/>
              </a:xfrm>
              <a:prstGeom prst="straightConnector1">
                <a:avLst/>
              </a:prstGeom>
              <a:noFill/>
              <a:ln w="9525" cap="flat" cmpd="sng">
                <a:solidFill>
                  <a:srgbClr val="BFBFBF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sp>
            <p:nvSpPr>
              <p:cNvPr id="1335" name="Google Shape;1335;p286"/>
              <p:cNvSpPr/>
              <p:nvPr/>
            </p:nvSpPr>
            <p:spPr>
              <a:xfrm rot="2700000">
                <a:off x="1559854" y="1891857"/>
                <a:ext cx="242388" cy="242388"/>
              </a:xfrm>
              <a:prstGeom prst="rect">
                <a:avLst/>
              </a:prstGeom>
              <a:solidFill>
                <a:schemeClr val="accent1"/>
              </a:solidFill>
              <a:ln w="254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50800" dist="38100" dir="5400000" algn="t" rotWithShape="0">
                  <a:srgbClr val="000000">
                    <a:alpha val="40000"/>
                  </a:srgbClr>
                </a:outerShdw>
              </a:effectLst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Public Sans"/>
                  <a:ea typeface="Public Sans"/>
                  <a:cs typeface="Public Sans"/>
                  <a:sym typeface="Public Sans"/>
                </a:endParaRPr>
              </a:p>
            </p:txBody>
          </p:sp>
        </p:grpSp>
      </p:grpSp>
      <p:sp>
        <p:nvSpPr>
          <p:cNvPr id="1336" name="Google Shape;1336;p286"/>
          <p:cNvSpPr txBox="1">
            <a:spLocks noGrp="1"/>
          </p:cNvSpPr>
          <p:nvPr>
            <p:ph type="body" idx="5"/>
          </p:nvPr>
        </p:nvSpPr>
        <p:spPr>
          <a:xfrm>
            <a:off x="223088" y="2206673"/>
            <a:ext cx="1714750" cy="32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37" name="Google Shape;1337;p286"/>
          <p:cNvSpPr txBox="1">
            <a:spLocks noGrp="1"/>
          </p:cNvSpPr>
          <p:nvPr>
            <p:ph type="body" idx="6"/>
          </p:nvPr>
        </p:nvSpPr>
        <p:spPr>
          <a:xfrm>
            <a:off x="1964112" y="2206673"/>
            <a:ext cx="1714750" cy="32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38" name="Google Shape;1338;p286"/>
          <p:cNvSpPr txBox="1">
            <a:spLocks noGrp="1"/>
          </p:cNvSpPr>
          <p:nvPr>
            <p:ph type="body" idx="7"/>
          </p:nvPr>
        </p:nvSpPr>
        <p:spPr>
          <a:xfrm>
            <a:off x="3705136" y="2206673"/>
            <a:ext cx="1714750" cy="32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39" name="Google Shape;1339;p286"/>
          <p:cNvSpPr txBox="1">
            <a:spLocks noGrp="1"/>
          </p:cNvSpPr>
          <p:nvPr>
            <p:ph type="body" idx="8"/>
          </p:nvPr>
        </p:nvSpPr>
        <p:spPr>
          <a:xfrm>
            <a:off x="5446160" y="2206673"/>
            <a:ext cx="1714750" cy="32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40" name="Google Shape;1340;p286"/>
          <p:cNvSpPr txBox="1">
            <a:spLocks noGrp="1"/>
          </p:cNvSpPr>
          <p:nvPr>
            <p:ph type="body" idx="9"/>
          </p:nvPr>
        </p:nvSpPr>
        <p:spPr>
          <a:xfrm>
            <a:off x="7187185" y="2206673"/>
            <a:ext cx="1714750" cy="32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1_Section title and description 20">
    <p:spTree>
      <p:nvGrpSpPr>
        <p:cNvPr id="1" name="Shape 1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2" name="Google Shape;1342;p287" descr="Shape&#10;&#10;Description automatically generated with low confidenc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3990" cy="5143494"/>
          </a:xfrm>
          <a:prstGeom prst="rect">
            <a:avLst/>
          </a:prstGeom>
          <a:noFill/>
          <a:ln>
            <a:noFill/>
          </a:ln>
        </p:spPr>
      </p:pic>
      <p:sp>
        <p:nvSpPr>
          <p:cNvPr id="1343" name="Google Shape;1343;p287"/>
          <p:cNvSpPr txBox="1">
            <a:spLocks noGrp="1"/>
          </p:cNvSpPr>
          <p:nvPr>
            <p:ph type="title"/>
          </p:nvPr>
        </p:nvSpPr>
        <p:spPr>
          <a:xfrm>
            <a:off x="135731" y="202405"/>
            <a:ext cx="7886700" cy="344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366A"/>
              </a:buClr>
              <a:buSzPts val="1700"/>
              <a:buFont typeface="Public Sans"/>
              <a:buNone/>
              <a:defRPr sz="1700" b="1" i="0" u="none" strike="noStrike" cap="none">
                <a:solidFill>
                  <a:srgbClr val="22366A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44" name="Google Shape;1344;p287"/>
          <p:cNvSpPr/>
          <p:nvPr/>
        </p:nvSpPr>
        <p:spPr>
          <a:xfrm>
            <a:off x="0" y="202405"/>
            <a:ext cx="135731" cy="344091"/>
          </a:xfrm>
          <a:prstGeom prst="rect">
            <a:avLst/>
          </a:prstGeom>
          <a:solidFill>
            <a:srgbClr val="22366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345" name="Google Shape;1345;p287"/>
          <p:cNvGrpSpPr/>
          <p:nvPr/>
        </p:nvGrpSpPr>
        <p:grpSpPr>
          <a:xfrm>
            <a:off x="881517" y="3131028"/>
            <a:ext cx="7361989" cy="646462"/>
            <a:chOff x="881517" y="2219381"/>
            <a:chExt cx="7361989" cy="646462"/>
          </a:xfrm>
        </p:grpSpPr>
        <p:grpSp>
          <p:nvGrpSpPr>
            <p:cNvPr id="1346" name="Google Shape;1346;p287"/>
            <p:cNvGrpSpPr/>
            <p:nvPr/>
          </p:nvGrpSpPr>
          <p:grpSpPr>
            <a:xfrm>
              <a:off x="881517" y="2219381"/>
              <a:ext cx="397892" cy="646462"/>
              <a:chOff x="1400864" y="1624076"/>
              <a:chExt cx="560368" cy="910439"/>
            </a:xfrm>
          </p:grpSpPr>
          <p:grpSp>
            <p:nvGrpSpPr>
              <p:cNvPr id="1347" name="Google Shape;1347;p287"/>
              <p:cNvGrpSpPr/>
              <p:nvPr/>
            </p:nvGrpSpPr>
            <p:grpSpPr>
              <a:xfrm>
                <a:off x="1400864" y="1624076"/>
                <a:ext cx="560368" cy="825149"/>
                <a:chOff x="1342876" y="1647676"/>
                <a:chExt cx="560368" cy="825149"/>
              </a:xfrm>
            </p:grpSpPr>
            <p:sp>
              <p:nvSpPr>
                <p:cNvPr id="1348" name="Google Shape;1348;p287"/>
                <p:cNvSpPr/>
                <p:nvPr/>
              </p:nvSpPr>
              <p:spPr>
                <a:xfrm rot="2700000">
                  <a:off x="1424940" y="1729740"/>
                  <a:ext cx="396240" cy="396240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Public Sans"/>
                    <a:ea typeface="Public Sans"/>
                    <a:cs typeface="Public Sans"/>
                    <a:sym typeface="Public Sans"/>
                  </a:endParaRPr>
                </a:p>
              </p:txBody>
            </p:sp>
            <p:sp>
              <p:nvSpPr>
                <p:cNvPr id="1349" name="Google Shape;1349;p287"/>
                <p:cNvSpPr/>
                <p:nvPr/>
              </p:nvSpPr>
              <p:spPr>
                <a:xfrm rot="2700000">
                  <a:off x="1424940" y="1994521"/>
                  <a:ext cx="396240" cy="396240"/>
                </a:xfrm>
                <a:prstGeom prst="rect">
                  <a:avLst/>
                </a:prstGeom>
                <a:solidFill>
                  <a:schemeClr val="lt1"/>
                </a:solidFill>
                <a:ln w="254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Public Sans"/>
                    <a:ea typeface="Public Sans"/>
                    <a:cs typeface="Public Sans"/>
                    <a:sym typeface="Public Sans"/>
                  </a:endParaRPr>
                </a:p>
              </p:txBody>
            </p:sp>
          </p:grpSp>
          <p:cxnSp>
            <p:nvCxnSpPr>
              <p:cNvPr id="1350" name="Google Shape;1350;p287"/>
              <p:cNvCxnSpPr/>
              <p:nvPr/>
            </p:nvCxnSpPr>
            <p:spPr>
              <a:xfrm>
                <a:off x="1681048" y="1841656"/>
                <a:ext cx="0" cy="692859"/>
              </a:xfrm>
              <a:prstGeom prst="straightConnector1">
                <a:avLst/>
              </a:prstGeom>
              <a:noFill/>
              <a:ln w="9525" cap="flat" cmpd="sng">
                <a:solidFill>
                  <a:srgbClr val="BFBFBF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sp>
            <p:nvSpPr>
              <p:cNvPr id="1351" name="Google Shape;1351;p287"/>
              <p:cNvSpPr/>
              <p:nvPr/>
            </p:nvSpPr>
            <p:spPr>
              <a:xfrm rot="2700000">
                <a:off x="1559854" y="1891857"/>
                <a:ext cx="242388" cy="242388"/>
              </a:xfrm>
              <a:prstGeom prst="rect">
                <a:avLst/>
              </a:prstGeom>
              <a:solidFill>
                <a:schemeClr val="lt2"/>
              </a:solidFill>
              <a:ln w="254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50800" dist="38100" dir="5400000" algn="t" rotWithShape="0">
                  <a:srgbClr val="000000">
                    <a:alpha val="40000"/>
                  </a:srgbClr>
                </a:outerShdw>
              </a:effectLst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Public Sans"/>
                  <a:ea typeface="Public Sans"/>
                  <a:cs typeface="Public Sans"/>
                  <a:sym typeface="Public Sans"/>
                </a:endParaRPr>
              </a:p>
            </p:txBody>
          </p:sp>
        </p:grpSp>
        <p:grpSp>
          <p:nvGrpSpPr>
            <p:cNvPr id="1352" name="Google Shape;1352;p287"/>
            <p:cNvGrpSpPr/>
            <p:nvPr/>
          </p:nvGrpSpPr>
          <p:grpSpPr>
            <a:xfrm>
              <a:off x="2622541" y="2219381"/>
              <a:ext cx="397892" cy="646462"/>
              <a:chOff x="1400864" y="1624076"/>
              <a:chExt cx="560368" cy="910439"/>
            </a:xfrm>
          </p:grpSpPr>
          <p:grpSp>
            <p:nvGrpSpPr>
              <p:cNvPr id="1353" name="Google Shape;1353;p287"/>
              <p:cNvGrpSpPr/>
              <p:nvPr/>
            </p:nvGrpSpPr>
            <p:grpSpPr>
              <a:xfrm>
                <a:off x="1400864" y="1624076"/>
                <a:ext cx="560368" cy="825149"/>
                <a:chOff x="1342876" y="1647676"/>
                <a:chExt cx="560368" cy="825149"/>
              </a:xfrm>
            </p:grpSpPr>
            <p:sp>
              <p:nvSpPr>
                <p:cNvPr id="1354" name="Google Shape;1354;p287"/>
                <p:cNvSpPr/>
                <p:nvPr/>
              </p:nvSpPr>
              <p:spPr>
                <a:xfrm rot="2700000">
                  <a:off x="1424940" y="1729740"/>
                  <a:ext cx="396240" cy="39624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Public Sans"/>
                    <a:ea typeface="Public Sans"/>
                    <a:cs typeface="Public Sans"/>
                    <a:sym typeface="Public Sans"/>
                  </a:endParaRPr>
                </a:p>
              </p:txBody>
            </p:sp>
            <p:sp>
              <p:nvSpPr>
                <p:cNvPr id="1355" name="Google Shape;1355;p287"/>
                <p:cNvSpPr/>
                <p:nvPr/>
              </p:nvSpPr>
              <p:spPr>
                <a:xfrm rot="2700000">
                  <a:off x="1424940" y="1994521"/>
                  <a:ext cx="396240" cy="396240"/>
                </a:xfrm>
                <a:prstGeom prst="rect">
                  <a:avLst/>
                </a:prstGeom>
                <a:solidFill>
                  <a:schemeClr val="lt1"/>
                </a:solidFill>
                <a:ln w="254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Public Sans"/>
                    <a:ea typeface="Public Sans"/>
                    <a:cs typeface="Public Sans"/>
                    <a:sym typeface="Public Sans"/>
                  </a:endParaRPr>
                </a:p>
              </p:txBody>
            </p:sp>
          </p:grpSp>
          <p:cxnSp>
            <p:nvCxnSpPr>
              <p:cNvPr id="1356" name="Google Shape;1356;p287"/>
              <p:cNvCxnSpPr/>
              <p:nvPr/>
            </p:nvCxnSpPr>
            <p:spPr>
              <a:xfrm>
                <a:off x="1681048" y="1841656"/>
                <a:ext cx="0" cy="692859"/>
              </a:xfrm>
              <a:prstGeom prst="straightConnector1">
                <a:avLst/>
              </a:prstGeom>
              <a:noFill/>
              <a:ln w="9525" cap="flat" cmpd="sng">
                <a:solidFill>
                  <a:srgbClr val="BFBFBF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sp>
            <p:nvSpPr>
              <p:cNvPr id="1357" name="Google Shape;1357;p287"/>
              <p:cNvSpPr/>
              <p:nvPr/>
            </p:nvSpPr>
            <p:spPr>
              <a:xfrm rot="2700000">
                <a:off x="1559854" y="1891857"/>
                <a:ext cx="242388" cy="242388"/>
              </a:xfrm>
              <a:prstGeom prst="rect">
                <a:avLst/>
              </a:prstGeom>
              <a:solidFill>
                <a:schemeClr val="accent1"/>
              </a:solidFill>
              <a:ln w="254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50800" dist="38100" dir="5400000" algn="t" rotWithShape="0">
                  <a:srgbClr val="000000">
                    <a:alpha val="40000"/>
                  </a:srgbClr>
                </a:outerShdw>
              </a:effectLst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Public Sans"/>
                  <a:ea typeface="Public Sans"/>
                  <a:cs typeface="Public Sans"/>
                  <a:sym typeface="Public Sans"/>
                </a:endParaRPr>
              </a:p>
            </p:txBody>
          </p:sp>
        </p:grpSp>
        <p:grpSp>
          <p:nvGrpSpPr>
            <p:cNvPr id="1358" name="Google Shape;1358;p287"/>
            <p:cNvGrpSpPr/>
            <p:nvPr/>
          </p:nvGrpSpPr>
          <p:grpSpPr>
            <a:xfrm>
              <a:off x="4363565" y="2219381"/>
              <a:ext cx="397892" cy="646462"/>
              <a:chOff x="1400864" y="1624076"/>
              <a:chExt cx="560368" cy="910439"/>
            </a:xfrm>
          </p:grpSpPr>
          <p:grpSp>
            <p:nvGrpSpPr>
              <p:cNvPr id="1359" name="Google Shape;1359;p287"/>
              <p:cNvGrpSpPr/>
              <p:nvPr/>
            </p:nvGrpSpPr>
            <p:grpSpPr>
              <a:xfrm>
                <a:off x="1400864" y="1624076"/>
                <a:ext cx="560368" cy="825149"/>
                <a:chOff x="1342876" y="1647676"/>
                <a:chExt cx="560368" cy="825149"/>
              </a:xfrm>
            </p:grpSpPr>
            <p:sp>
              <p:nvSpPr>
                <p:cNvPr id="1360" name="Google Shape;1360;p287"/>
                <p:cNvSpPr/>
                <p:nvPr/>
              </p:nvSpPr>
              <p:spPr>
                <a:xfrm rot="2700000">
                  <a:off x="1424940" y="1729740"/>
                  <a:ext cx="396240" cy="396240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Public Sans"/>
                    <a:ea typeface="Public Sans"/>
                    <a:cs typeface="Public Sans"/>
                    <a:sym typeface="Public Sans"/>
                  </a:endParaRPr>
                </a:p>
              </p:txBody>
            </p:sp>
            <p:sp>
              <p:nvSpPr>
                <p:cNvPr id="1361" name="Google Shape;1361;p287"/>
                <p:cNvSpPr/>
                <p:nvPr/>
              </p:nvSpPr>
              <p:spPr>
                <a:xfrm rot="2700000">
                  <a:off x="1424940" y="1994521"/>
                  <a:ext cx="396240" cy="396240"/>
                </a:xfrm>
                <a:prstGeom prst="rect">
                  <a:avLst/>
                </a:prstGeom>
                <a:solidFill>
                  <a:schemeClr val="lt1"/>
                </a:solidFill>
                <a:ln w="254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Public Sans"/>
                    <a:ea typeface="Public Sans"/>
                    <a:cs typeface="Public Sans"/>
                    <a:sym typeface="Public Sans"/>
                  </a:endParaRPr>
                </a:p>
              </p:txBody>
            </p:sp>
          </p:grpSp>
          <p:cxnSp>
            <p:nvCxnSpPr>
              <p:cNvPr id="1362" name="Google Shape;1362;p287"/>
              <p:cNvCxnSpPr/>
              <p:nvPr/>
            </p:nvCxnSpPr>
            <p:spPr>
              <a:xfrm>
                <a:off x="1681048" y="1841656"/>
                <a:ext cx="0" cy="692859"/>
              </a:xfrm>
              <a:prstGeom prst="straightConnector1">
                <a:avLst/>
              </a:prstGeom>
              <a:noFill/>
              <a:ln w="9525" cap="flat" cmpd="sng">
                <a:solidFill>
                  <a:srgbClr val="BFBFBF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sp>
            <p:nvSpPr>
              <p:cNvPr id="1363" name="Google Shape;1363;p287"/>
              <p:cNvSpPr/>
              <p:nvPr/>
            </p:nvSpPr>
            <p:spPr>
              <a:xfrm rot="2700000">
                <a:off x="1559854" y="1891857"/>
                <a:ext cx="242388" cy="242388"/>
              </a:xfrm>
              <a:prstGeom prst="rect">
                <a:avLst/>
              </a:prstGeom>
              <a:solidFill>
                <a:schemeClr val="lt2"/>
              </a:solidFill>
              <a:ln w="254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50800" dist="38100" dir="5400000" algn="t" rotWithShape="0">
                  <a:srgbClr val="000000">
                    <a:alpha val="40000"/>
                  </a:srgbClr>
                </a:outerShdw>
              </a:effectLst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Public Sans"/>
                  <a:ea typeface="Public Sans"/>
                  <a:cs typeface="Public Sans"/>
                  <a:sym typeface="Public Sans"/>
                </a:endParaRPr>
              </a:p>
            </p:txBody>
          </p:sp>
        </p:grpSp>
        <p:grpSp>
          <p:nvGrpSpPr>
            <p:cNvPr id="1364" name="Google Shape;1364;p287"/>
            <p:cNvGrpSpPr/>
            <p:nvPr/>
          </p:nvGrpSpPr>
          <p:grpSpPr>
            <a:xfrm>
              <a:off x="6104589" y="2219381"/>
              <a:ext cx="397892" cy="646462"/>
              <a:chOff x="1400864" y="1624076"/>
              <a:chExt cx="560368" cy="910439"/>
            </a:xfrm>
          </p:grpSpPr>
          <p:grpSp>
            <p:nvGrpSpPr>
              <p:cNvPr id="1365" name="Google Shape;1365;p287"/>
              <p:cNvGrpSpPr/>
              <p:nvPr/>
            </p:nvGrpSpPr>
            <p:grpSpPr>
              <a:xfrm>
                <a:off x="1400864" y="1624076"/>
                <a:ext cx="560368" cy="825149"/>
                <a:chOff x="1342876" y="1647676"/>
                <a:chExt cx="560368" cy="825149"/>
              </a:xfrm>
            </p:grpSpPr>
            <p:sp>
              <p:nvSpPr>
                <p:cNvPr id="1366" name="Google Shape;1366;p287"/>
                <p:cNvSpPr/>
                <p:nvPr/>
              </p:nvSpPr>
              <p:spPr>
                <a:xfrm rot="2700000">
                  <a:off x="1424940" y="1729740"/>
                  <a:ext cx="396240" cy="39624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Public Sans"/>
                    <a:ea typeface="Public Sans"/>
                    <a:cs typeface="Public Sans"/>
                    <a:sym typeface="Public Sans"/>
                  </a:endParaRPr>
                </a:p>
              </p:txBody>
            </p:sp>
            <p:sp>
              <p:nvSpPr>
                <p:cNvPr id="1367" name="Google Shape;1367;p287"/>
                <p:cNvSpPr/>
                <p:nvPr/>
              </p:nvSpPr>
              <p:spPr>
                <a:xfrm rot="2700000">
                  <a:off x="1424940" y="1994521"/>
                  <a:ext cx="396240" cy="396240"/>
                </a:xfrm>
                <a:prstGeom prst="rect">
                  <a:avLst/>
                </a:prstGeom>
                <a:solidFill>
                  <a:schemeClr val="lt1"/>
                </a:solidFill>
                <a:ln w="254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Public Sans"/>
                    <a:ea typeface="Public Sans"/>
                    <a:cs typeface="Public Sans"/>
                    <a:sym typeface="Public Sans"/>
                  </a:endParaRPr>
                </a:p>
              </p:txBody>
            </p:sp>
          </p:grpSp>
          <p:cxnSp>
            <p:nvCxnSpPr>
              <p:cNvPr id="1368" name="Google Shape;1368;p287"/>
              <p:cNvCxnSpPr/>
              <p:nvPr/>
            </p:nvCxnSpPr>
            <p:spPr>
              <a:xfrm>
                <a:off x="1681048" y="1841656"/>
                <a:ext cx="0" cy="692859"/>
              </a:xfrm>
              <a:prstGeom prst="straightConnector1">
                <a:avLst/>
              </a:prstGeom>
              <a:noFill/>
              <a:ln w="9525" cap="flat" cmpd="sng">
                <a:solidFill>
                  <a:srgbClr val="BFBFBF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sp>
            <p:nvSpPr>
              <p:cNvPr id="1369" name="Google Shape;1369;p287"/>
              <p:cNvSpPr/>
              <p:nvPr/>
            </p:nvSpPr>
            <p:spPr>
              <a:xfrm rot="2700000">
                <a:off x="1559854" y="1891857"/>
                <a:ext cx="242388" cy="242388"/>
              </a:xfrm>
              <a:prstGeom prst="rect">
                <a:avLst/>
              </a:prstGeom>
              <a:solidFill>
                <a:schemeClr val="accent1"/>
              </a:solidFill>
              <a:ln w="254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50800" dist="38100" dir="5400000" algn="t" rotWithShape="0">
                  <a:srgbClr val="000000">
                    <a:alpha val="40000"/>
                  </a:srgbClr>
                </a:outerShdw>
              </a:effectLst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Public Sans"/>
                  <a:ea typeface="Public Sans"/>
                  <a:cs typeface="Public Sans"/>
                  <a:sym typeface="Public Sans"/>
                </a:endParaRPr>
              </a:p>
            </p:txBody>
          </p:sp>
        </p:grpSp>
        <p:grpSp>
          <p:nvGrpSpPr>
            <p:cNvPr id="1370" name="Google Shape;1370;p287"/>
            <p:cNvGrpSpPr/>
            <p:nvPr/>
          </p:nvGrpSpPr>
          <p:grpSpPr>
            <a:xfrm>
              <a:off x="7845614" y="2219381"/>
              <a:ext cx="397892" cy="646462"/>
              <a:chOff x="1400864" y="1624076"/>
              <a:chExt cx="560368" cy="910439"/>
            </a:xfrm>
          </p:grpSpPr>
          <p:grpSp>
            <p:nvGrpSpPr>
              <p:cNvPr id="1371" name="Google Shape;1371;p287"/>
              <p:cNvGrpSpPr/>
              <p:nvPr/>
            </p:nvGrpSpPr>
            <p:grpSpPr>
              <a:xfrm>
                <a:off x="1400864" y="1624076"/>
                <a:ext cx="560368" cy="825149"/>
                <a:chOff x="1342876" y="1647676"/>
                <a:chExt cx="560368" cy="825149"/>
              </a:xfrm>
            </p:grpSpPr>
            <p:sp>
              <p:nvSpPr>
                <p:cNvPr id="1372" name="Google Shape;1372;p287"/>
                <p:cNvSpPr/>
                <p:nvPr/>
              </p:nvSpPr>
              <p:spPr>
                <a:xfrm rot="2700000">
                  <a:off x="1424940" y="1729740"/>
                  <a:ext cx="396240" cy="396240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Public Sans"/>
                    <a:ea typeface="Public Sans"/>
                    <a:cs typeface="Public Sans"/>
                    <a:sym typeface="Public Sans"/>
                  </a:endParaRPr>
                </a:p>
              </p:txBody>
            </p:sp>
            <p:sp>
              <p:nvSpPr>
                <p:cNvPr id="1373" name="Google Shape;1373;p287"/>
                <p:cNvSpPr/>
                <p:nvPr/>
              </p:nvSpPr>
              <p:spPr>
                <a:xfrm rot="2700000">
                  <a:off x="1424940" y="1994521"/>
                  <a:ext cx="396240" cy="396240"/>
                </a:xfrm>
                <a:prstGeom prst="rect">
                  <a:avLst/>
                </a:prstGeom>
                <a:solidFill>
                  <a:schemeClr val="lt1"/>
                </a:solidFill>
                <a:ln w="254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Public Sans"/>
                    <a:ea typeface="Public Sans"/>
                    <a:cs typeface="Public Sans"/>
                    <a:sym typeface="Public Sans"/>
                  </a:endParaRPr>
                </a:p>
              </p:txBody>
            </p:sp>
          </p:grpSp>
          <p:cxnSp>
            <p:nvCxnSpPr>
              <p:cNvPr id="1374" name="Google Shape;1374;p287"/>
              <p:cNvCxnSpPr/>
              <p:nvPr/>
            </p:nvCxnSpPr>
            <p:spPr>
              <a:xfrm>
                <a:off x="1681048" y="1841656"/>
                <a:ext cx="0" cy="692859"/>
              </a:xfrm>
              <a:prstGeom prst="straightConnector1">
                <a:avLst/>
              </a:prstGeom>
              <a:noFill/>
              <a:ln w="9525" cap="flat" cmpd="sng">
                <a:solidFill>
                  <a:srgbClr val="BFBFBF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sp>
            <p:nvSpPr>
              <p:cNvPr id="1375" name="Google Shape;1375;p287"/>
              <p:cNvSpPr/>
              <p:nvPr/>
            </p:nvSpPr>
            <p:spPr>
              <a:xfrm rot="2700000">
                <a:off x="1559854" y="1891857"/>
                <a:ext cx="242388" cy="242388"/>
              </a:xfrm>
              <a:prstGeom prst="rect">
                <a:avLst/>
              </a:prstGeom>
              <a:solidFill>
                <a:schemeClr val="lt2"/>
              </a:solidFill>
              <a:ln w="254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50800" dist="38100" dir="5400000" algn="t" rotWithShape="0">
                  <a:srgbClr val="000000">
                    <a:alpha val="40000"/>
                  </a:srgbClr>
                </a:outerShdw>
              </a:effectLst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Public Sans"/>
                  <a:ea typeface="Public Sans"/>
                  <a:cs typeface="Public Sans"/>
                  <a:sym typeface="Public Sans"/>
                </a:endParaRPr>
              </a:p>
            </p:txBody>
          </p:sp>
        </p:grpSp>
      </p:grpSp>
      <p:sp>
        <p:nvSpPr>
          <p:cNvPr id="1376" name="Google Shape;1376;p287"/>
          <p:cNvSpPr txBox="1">
            <a:spLocks noGrp="1"/>
          </p:cNvSpPr>
          <p:nvPr>
            <p:ph type="body" idx="1"/>
          </p:nvPr>
        </p:nvSpPr>
        <p:spPr>
          <a:xfrm>
            <a:off x="223088" y="3913557"/>
            <a:ext cx="1714750" cy="32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77" name="Google Shape;1377;p287"/>
          <p:cNvSpPr txBox="1">
            <a:spLocks noGrp="1"/>
          </p:cNvSpPr>
          <p:nvPr>
            <p:ph type="body" idx="2"/>
          </p:nvPr>
        </p:nvSpPr>
        <p:spPr>
          <a:xfrm>
            <a:off x="1964112" y="3913557"/>
            <a:ext cx="1714750" cy="32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78" name="Google Shape;1378;p287"/>
          <p:cNvSpPr txBox="1">
            <a:spLocks noGrp="1"/>
          </p:cNvSpPr>
          <p:nvPr>
            <p:ph type="body" idx="3"/>
          </p:nvPr>
        </p:nvSpPr>
        <p:spPr>
          <a:xfrm>
            <a:off x="3705136" y="3913557"/>
            <a:ext cx="1714750" cy="32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79" name="Google Shape;1379;p287"/>
          <p:cNvSpPr txBox="1">
            <a:spLocks noGrp="1"/>
          </p:cNvSpPr>
          <p:nvPr>
            <p:ph type="body" idx="4"/>
          </p:nvPr>
        </p:nvSpPr>
        <p:spPr>
          <a:xfrm>
            <a:off x="5446160" y="3913557"/>
            <a:ext cx="1714750" cy="32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80" name="Google Shape;1380;p287"/>
          <p:cNvSpPr txBox="1">
            <a:spLocks noGrp="1"/>
          </p:cNvSpPr>
          <p:nvPr>
            <p:ph type="body" idx="5"/>
          </p:nvPr>
        </p:nvSpPr>
        <p:spPr>
          <a:xfrm>
            <a:off x="7187185" y="3913557"/>
            <a:ext cx="1714750" cy="32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grpSp>
        <p:nvGrpSpPr>
          <p:cNvPr id="1381" name="Google Shape;1381;p287"/>
          <p:cNvGrpSpPr/>
          <p:nvPr/>
        </p:nvGrpSpPr>
        <p:grpSpPr>
          <a:xfrm>
            <a:off x="881517" y="1424144"/>
            <a:ext cx="7361989" cy="646462"/>
            <a:chOff x="881517" y="2219381"/>
            <a:chExt cx="7361989" cy="646462"/>
          </a:xfrm>
        </p:grpSpPr>
        <p:grpSp>
          <p:nvGrpSpPr>
            <p:cNvPr id="1382" name="Google Shape;1382;p287"/>
            <p:cNvGrpSpPr/>
            <p:nvPr/>
          </p:nvGrpSpPr>
          <p:grpSpPr>
            <a:xfrm>
              <a:off x="881517" y="2219381"/>
              <a:ext cx="397892" cy="646462"/>
              <a:chOff x="1400864" y="1624076"/>
              <a:chExt cx="560368" cy="910439"/>
            </a:xfrm>
          </p:grpSpPr>
          <p:grpSp>
            <p:nvGrpSpPr>
              <p:cNvPr id="1383" name="Google Shape;1383;p287"/>
              <p:cNvGrpSpPr/>
              <p:nvPr/>
            </p:nvGrpSpPr>
            <p:grpSpPr>
              <a:xfrm>
                <a:off x="1400864" y="1624076"/>
                <a:ext cx="560368" cy="825149"/>
                <a:chOff x="1342876" y="1647676"/>
                <a:chExt cx="560368" cy="825149"/>
              </a:xfrm>
            </p:grpSpPr>
            <p:sp>
              <p:nvSpPr>
                <p:cNvPr id="1384" name="Google Shape;1384;p287"/>
                <p:cNvSpPr/>
                <p:nvPr/>
              </p:nvSpPr>
              <p:spPr>
                <a:xfrm rot="2700000">
                  <a:off x="1424940" y="1729740"/>
                  <a:ext cx="396240" cy="39624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Public Sans"/>
                    <a:ea typeface="Public Sans"/>
                    <a:cs typeface="Public Sans"/>
                    <a:sym typeface="Public Sans"/>
                  </a:endParaRPr>
                </a:p>
              </p:txBody>
            </p:sp>
            <p:sp>
              <p:nvSpPr>
                <p:cNvPr id="1385" name="Google Shape;1385;p287"/>
                <p:cNvSpPr/>
                <p:nvPr/>
              </p:nvSpPr>
              <p:spPr>
                <a:xfrm rot="2700000">
                  <a:off x="1424940" y="1994521"/>
                  <a:ext cx="396240" cy="396240"/>
                </a:xfrm>
                <a:prstGeom prst="rect">
                  <a:avLst/>
                </a:prstGeom>
                <a:solidFill>
                  <a:schemeClr val="lt1"/>
                </a:solidFill>
                <a:ln w="254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Public Sans"/>
                    <a:ea typeface="Public Sans"/>
                    <a:cs typeface="Public Sans"/>
                    <a:sym typeface="Public Sans"/>
                  </a:endParaRPr>
                </a:p>
              </p:txBody>
            </p:sp>
          </p:grpSp>
          <p:cxnSp>
            <p:nvCxnSpPr>
              <p:cNvPr id="1386" name="Google Shape;1386;p287"/>
              <p:cNvCxnSpPr/>
              <p:nvPr/>
            </p:nvCxnSpPr>
            <p:spPr>
              <a:xfrm>
                <a:off x="1681048" y="1841656"/>
                <a:ext cx="0" cy="692859"/>
              </a:xfrm>
              <a:prstGeom prst="straightConnector1">
                <a:avLst/>
              </a:prstGeom>
              <a:noFill/>
              <a:ln w="9525" cap="flat" cmpd="sng">
                <a:solidFill>
                  <a:srgbClr val="BFBFBF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sp>
            <p:nvSpPr>
              <p:cNvPr id="1387" name="Google Shape;1387;p287"/>
              <p:cNvSpPr/>
              <p:nvPr/>
            </p:nvSpPr>
            <p:spPr>
              <a:xfrm rot="2700000">
                <a:off x="1559854" y="1891857"/>
                <a:ext cx="242388" cy="242388"/>
              </a:xfrm>
              <a:prstGeom prst="rect">
                <a:avLst/>
              </a:prstGeom>
              <a:solidFill>
                <a:schemeClr val="accent1"/>
              </a:solidFill>
              <a:ln w="254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50800" dist="38100" dir="5400000" algn="t" rotWithShape="0">
                  <a:srgbClr val="000000">
                    <a:alpha val="40000"/>
                  </a:srgbClr>
                </a:outerShdw>
              </a:effectLst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Public Sans"/>
                  <a:ea typeface="Public Sans"/>
                  <a:cs typeface="Public Sans"/>
                  <a:sym typeface="Public Sans"/>
                </a:endParaRPr>
              </a:p>
            </p:txBody>
          </p:sp>
        </p:grpSp>
        <p:grpSp>
          <p:nvGrpSpPr>
            <p:cNvPr id="1388" name="Google Shape;1388;p287"/>
            <p:cNvGrpSpPr/>
            <p:nvPr/>
          </p:nvGrpSpPr>
          <p:grpSpPr>
            <a:xfrm>
              <a:off x="2622541" y="2219381"/>
              <a:ext cx="397892" cy="646462"/>
              <a:chOff x="1400864" y="1624076"/>
              <a:chExt cx="560368" cy="910439"/>
            </a:xfrm>
          </p:grpSpPr>
          <p:grpSp>
            <p:nvGrpSpPr>
              <p:cNvPr id="1389" name="Google Shape;1389;p287"/>
              <p:cNvGrpSpPr/>
              <p:nvPr/>
            </p:nvGrpSpPr>
            <p:grpSpPr>
              <a:xfrm>
                <a:off x="1400864" y="1624076"/>
                <a:ext cx="560368" cy="825149"/>
                <a:chOff x="1342876" y="1647676"/>
                <a:chExt cx="560368" cy="825149"/>
              </a:xfrm>
            </p:grpSpPr>
            <p:sp>
              <p:nvSpPr>
                <p:cNvPr id="1390" name="Google Shape;1390;p287"/>
                <p:cNvSpPr/>
                <p:nvPr/>
              </p:nvSpPr>
              <p:spPr>
                <a:xfrm rot="2700000">
                  <a:off x="1424940" y="1729740"/>
                  <a:ext cx="396240" cy="396240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Public Sans"/>
                    <a:ea typeface="Public Sans"/>
                    <a:cs typeface="Public Sans"/>
                    <a:sym typeface="Public Sans"/>
                  </a:endParaRPr>
                </a:p>
              </p:txBody>
            </p:sp>
            <p:sp>
              <p:nvSpPr>
                <p:cNvPr id="1391" name="Google Shape;1391;p287"/>
                <p:cNvSpPr/>
                <p:nvPr/>
              </p:nvSpPr>
              <p:spPr>
                <a:xfrm rot="2700000">
                  <a:off x="1424940" y="1994521"/>
                  <a:ext cx="396240" cy="396240"/>
                </a:xfrm>
                <a:prstGeom prst="rect">
                  <a:avLst/>
                </a:prstGeom>
                <a:solidFill>
                  <a:schemeClr val="lt1"/>
                </a:solidFill>
                <a:ln w="254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Public Sans"/>
                    <a:ea typeface="Public Sans"/>
                    <a:cs typeface="Public Sans"/>
                    <a:sym typeface="Public Sans"/>
                  </a:endParaRPr>
                </a:p>
              </p:txBody>
            </p:sp>
          </p:grpSp>
          <p:cxnSp>
            <p:nvCxnSpPr>
              <p:cNvPr id="1392" name="Google Shape;1392;p287"/>
              <p:cNvCxnSpPr/>
              <p:nvPr/>
            </p:nvCxnSpPr>
            <p:spPr>
              <a:xfrm>
                <a:off x="1681048" y="1841656"/>
                <a:ext cx="0" cy="692859"/>
              </a:xfrm>
              <a:prstGeom prst="straightConnector1">
                <a:avLst/>
              </a:prstGeom>
              <a:noFill/>
              <a:ln w="9525" cap="flat" cmpd="sng">
                <a:solidFill>
                  <a:srgbClr val="BFBFBF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sp>
            <p:nvSpPr>
              <p:cNvPr id="1393" name="Google Shape;1393;p287"/>
              <p:cNvSpPr/>
              <p:nvPr/>
            </p:nvSpPr>
            <p:spPr>
              <a:xfrm rot="2700000">
                <a:off x="1559854" y="1891857"/>
                <a:ext cx="242388" cy="242388"/>
              </a:xfrm>
              <a:prstGeom prst="rect">
                <a:avLst/>
              </a:prstGeom>
              <a:solidFill>
                <a:schemeClr val="lt2"/>
              </a:solidFill>
              <a:ln w="254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50800" dist="38100" dir="5400000" algn="t" rotWithShape="0">
                  <a:srgbClr val="000000">
                    <a:alpha val="40000"/>
                  </a:srgbClr>
                </a:outerShdw>
              </a:effectLst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Public Sans"/>
                  <a:ea typeface="Public Sans"/>
                  <a:cs typeface="Public Sans"/>
                  <a:sym typeface="Public Sans"/>
                </a:endParaRPr>
              </a:p>
            </p:txBody>
          </p:sp>
        </p:grpSp>
        <p:grpSp>
          <p:nvGrpSpPr>
            <p:cNvPr id="1394" name="Google Shape;1394;p287"/>
            <p:cNvGrpSpPr/>
            <p:nvPr/>
          </p:nvGrpSpPr>
          <p:grpSpPr>
            <a:xfrm>
              <a:off x="4363565" y="2219381"/>
              <a:ext cx="397892" cy="646462"/>
              <a:chOff x="1400864" y="1624076"/>
              <a:chExt cx="560368" cy="910439"/>
            </a:xfrm>
          </p:grpSpPr>
          <p:grpSp>
            <p:nvGrpSpPr>
              <p:cNvPr id="1395" name="Google Shape;1395;p287"/>
              <p:cNvGrpSpPr/>
              <p:nvPr/>
            </p:nvGrpSpPr>
            <p:grpSpPr>
              <a:xfrm>
                <a:off x="1400864" y="1624076"/>
                <a:ext cx="560368" cy="825149"/>
                <a:chOff x="1342876" y="1647676"/>
                <a:chExt cx="560368" cy="825149"/>
              </a:xfrm>
            </p:grpSpPr>
            <p:sp>
              <p:nvSpPr>
                <p:cNvPr id="1396" name="Google Shape;1396;p287"/>
                <p:cNvSpPr/>
                <p:nvPr/>
              </p:nvSpPr>
              <p:spPr>
                <a:xfrm rot="2700000">
                  <a:off x="1424940" y="1729740"/>
                  <a:ext cx="396240" cy="39624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Public Sans"/>
                    <a:ea typeface="Public Sans"/>
                    <a:cs typeface="Public Sans"/>
                    <a:sym typeface="Public Sans"/>
                  </a:endParaRPr>
                </a:p>
              </p:txBody>
            </p:sp>
            <p:sp>
              <p:nvSpPr>
                <p:cNvPr id="1397" name="Google Shape;1397;p287"/>
                <p:cNvSpPr/>
                <p:nvPr/>
              </p:nvSpPr>
              <p:spPr>
                <a:xfrm rot="2700000">
                  <a:off x="1424940" y="1994521"/>
                  <a:ext cx="396240" cy="396240"/>
                </a:xfrm>
                <a:prstGeom prst="rect">
                  <a:avLst/>
                </a:prstGeom>
                <a:solidFill>
                  <a:schemeClr val="lt1"/>
                </a:solidFill>
                <a:ln w="254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Public Sans"/>
                    <a:ea typeface="Public Sans"/>
                    <a:cs typeface="Public Sans"/>
                    <a:sym typeface="Public Sans"/>
                  </a:endParaRPr>
                </a:p>
              </p:txBody>
            </p:sp>
          </p:grpSp>
          <p:cxnSp>
            <p:nvCxnSpPr>
              <p:cNvPr id="1398" name="Google Shape;1398;p287"/>
              <p:cNvCxnSpPr/>
              <p:nvPr/>
            </p:nvCxnSpPr>
            <p:spPr>
              <a:xfrm>
                <a:off x="1681048" y="1841656"/>
                <a:ext cx="0" cy="692859"/>
              </a:xfrm>
              <a:prstGeom prst="straightConnector1">
                <a:avLst/>
              </a:prstGeom>
              <a:noFill/>
              <a:ln w="9525" cap="flat" cmpd="sng">
                <a:solidFill>
                  <a:srgbClr val="BFBFBF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sp>
            <p:nvSpPr>
              <p:cNvPr id="1399" name="Google Shape;1399;p287"/>
              <p:cNvSpPr/>
              <p:nvPr/>
            </p:nvSpPr>
            <p:spPr>
              <a:xfrm rot="2700000">
                <a:off x="1559854" y="1891857"/>
                <a:ext cx="242388" cy="242388"/>
              </a:xfrm>
              <a:prstGeom prst="rect">
                <a:avLst/>
              </a:prstGeom>
              <a:solidFill>
                <a:schemeClr val="accent1"/>
              </a:solidFill>
              <a:ln w="254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50800" dist="38100" dir="5400000" algn="t" rotWithShape="0">
                  <a:srgbClr val="000000">
                    <a:alpha val="40000"/>
                  </a:srgbClr>
                </a:outerShdw>
              </a:effectLst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Public Sans"/>
                  <a:ea typeface="Public Sans"/>
                  <a:cs typeface="Public Sans"/>
                  <a:sym typeface="Public Sans"/>
                </a:endParaRPr>
              </a:p>
            </p:txBody>
          </p:sp>
        </p:grpSp>
        <p:grpSp>
          <p:nvGrpSpPr>
            <p:cNvPr id="1400" name="Google Shape;1400;p287"/>
            <p:cNvGrpSpPr/>
            <p:nvPr/>
          </p:nvGrpSpPr>
          <p:grpSpPr>
            <a:xfrm>
              <a:off x="6104589" y="2219381"/>
              <a:ext cx="397892" cy="646462"/>
              <a:chOff x="1400864" y="1624076"/>
              <a:chExt cx="560368" cy="910439"/>
            </a:xfrm>
          </p:grpSpPr>
          <p:grpSp>
            <p:nvGrpSpPr>
              <p:cNvPr id="1401" name="Google Shape;1401;p287"/>
              <p:cNvGrpSpPr/>
              <p:nvPr/>
            </p:nvGrpSpPr>
            <p:grpSpPr>
              <a:xfrm>
                <a:off x="1400864" y="1624076"/>
                <a:ext cx="560368" cy="825149"/>
                <a:chOff x="1342876" y="1647676"/>
                <a:chExt cx="560368" cy="825149"/>
              </a:xfrm>
            </p:grpSpPr>
            <p:sp>
              <p:nvSpPr>
                <p:cNvPr id="1402" name="Google Shape;1402;p287"/>
                <p:cNvSpPr/>
                <p:nvPr/>
              </p:nvSpPr>
              <p:spPr>
                <a:xfrm rot="2700000">
                  <a:off x="1424940" y="1729740"/>
                  <a:ext cx="396240" cy="396240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Public Sans"/>
                    <a:ea typeface="Public Sans"/>
                    <a:cs typeface="Public Sans"/>
                    <a:sym typeface="Public Sans"/>
                  </a:endParaRPr>
                </a:p>
              </p:txBody>
            </p:sp>
            <p:sp>
              <p:nvSpPr>
                <p:cNvPr id="1403" name="Google Shape;1403;p287"/>
                <p:cNvSpPr/>
                <p:nvPr/>
              </p:nvSpPr>
              <p:spPr>
                <a:xfrm rot="2700000">
                  <a:off x="1424940" y="1994521"/>
                  <a:ext cx="396240" cy="396240"/>
                </a:xfrm>
                <a:prstGeom prst="rect">
                  <a:avLst/>
                </a:prstGeom>
                <a:solidFill>
                  <a:schemeClr val="lt1"/>
                </a:solidFill>
                <a:ln w="254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Public Sans"/>
                    <a:ea typeface="Public Sans"/>
                    <a:cs typeface="Public Sans"/>
                    <a:sym typeface="Public Sans"/>
                  </a:endParaRPr>
                </a:p>
              </p:txBody>
            </p:sp>
          </p:grpSp>
          <p:cxnSp>
            <p:nvCxnSpPr>
              <p:cNvPr id="1404" name="Google Shape;1404;p287"/>
              <p:cNvCxnSpPr/>
              <p:nvPr/>
            </p:nvCxnSpPr>
            <p:spPr>
              <a:xfrm>
                <a:off x="1681048" y="1841656"/>
                <a:ext cx="0" cy="692859"/>
              </a:xfrm>
              <a:prstGeom prst="straightConnector1">
                <a:avLst/>
              </a:prstGeom>
              <a:noFill/>
              <a:ln w="9525" cap="flat" cmpd="sng">
                <a:solidFill>
                  <a:srgbClr val="BFBFBF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sp>
            <p:nvSpPr>
              <p:cNvPr id="1405" name="Google Shape;1405;p287"/>
              <p:cNvSpPr/>
              <p:nvPr/>
            </p:nvSpPr>
            <p:spPr>
              <a:xfrm rot="2700000">
                <a:off x="1559854" y="1891857"/>
                <a:ext cx="242388" cy="242388"/>
              </a:xfrm>
              <a:prstGeom prst="rect">
                <a:avLst/>
              </a:prstGeom>
              <a:solidFill>
                <a:schemeClr val="lt2"/>
              </a:solidFill>
              <a:ln w="254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50800" dist="38100" dir="5400000" algn="t" rotWithShape="0">
                  <a:srgbClr val="000000">
                    <a:alpha val="40000"/>
                  </a:srgbClr>
                </a:outerShdw>
              </a:effectLst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Public Sans"/>
                  <a:ea typeface="Public Sans"/>
                  <a:cs typeface="Public Sans"/>
                  <a:sym typeface="Public Sans"/>
                </a:endParaRPr>
              </a:p>
            </p:txBody>
          </p:sp>
        </p:grpSp>
        <p:grpSp>
          <p:nvGrpSpPr>
            <p:cNvPr id="1406" name="Google Shape;1406;p287"/>
            <p:cNvGrpSpPr/>
            <p:nvPr/>
          </p:nvGrpSpPr>
          <p:grpSpPr>
            <a:xfrm>
              <a:off x="7845614" y="2219381"/>
              <a:ext cx="397892" cy="646462"/>
              <a:chOff x="1400864" y="1624076"/>
              <a:chExt cx="560368" cy="910439"/>
            </a:xfrm>
          </p:grpSpPr>
          <p:grpSp>
            <p:nvGrpSpPr>
              <p:cNvPr id="1407" name="Google Shape;1407;p287"/>
              <p:cNvGrpSpPr/>
              <p:nvPr/>
            </p:nvGrpSpPr>
            <p:grpSpPr>
              <a:xfrm>
                <a:off x="1400864" y="1624076"/>
                <a:ext cx="560368" cy="825149"/>
                <a:chOff x="1342876" y="1647676"/>
                <a:chExt cx="560368" cy="825149"/>
              </a:xfrm>
            </p:grpSpPr>
            <p:sp>
              <p:nvSpPr>
                <p:cNvPr id="1408" name="Google Shape;1408;p287"/>
                <p:cNvSpPr/>
                <p:nvPr/>
              </p:nvSpPr>
              <p:spPr>
                <a:xfrm rot="2700000">
                  <a:off x="1424940" y="1729740"/>
                  <a:ext cx="396240" cy="39624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Public Sans"/>
                    <a:ea typeface="Public Sans"/>
                    <a:cs typeface="Public Sans"/>
                    <a:sym typeface="Public Sans"/>
                  </a:endParaRPr>
                </a:p>
              </p:txBody>
            </p:sp>
            <p:sp>
              <p:nvSpPr>
                <p:cNvPr id="1409" name="Google Shape;1409;p287"/>
                <p:cNvSpPr/>
                <p:nvPr/>
              </p:nvSpPr>
              <p:spPr>
                <a:xfrm rot="2700000">
                  <a:off x="1424940" y="1994521"/>
                  <a:ext cx="396240" cy="396240"/>
                </a:xfrm>
                <a:prstGeom prst="rect">
                  <a:avLst/>
                </a:prstGeom>
                <a:solidFill>
                  <a:schemeClr val="lt1"/>
                </a:solidFill>
                <a:ln w="254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Public Sans"/>
                    <a:ea typeface="Public Sans"/>
                    <a:cs typeface="Public Sans"/>
                    <a:sym typeface="Public Sans"/>
                  </a:endParaRPr>
                </a:p>
              </p:txBody>
            </p:sp>
          </p:grpSp>
          <p:cxnSp>
            <p:nvCxnSpPr>
              <p:cNvPr id="1410" name="Google Shape;1410;p287"/>
              <p:cNvCxnSpPr/>
              <p:nvPr/>
            </p:nvCxnSpPr>
            <p:spPr>
              <a:xfrm>
                <a:off x="1681048" y="1841656"/>
                <a:ext cx="0" cy="692859"/>
              </a:xfrm>
              <a:prstGeom prst="straightConnector1">
                <a:avLst/>
              </a:prstGeom>
              <a:noFill/>
              <a:ln w="9525" cap="flat" cmpd="sng">
                <a:solidFill>
                  <a:srgbClr val="BFBFBF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sp>
            <p:nvSpPr>
              <p:cNvPr id="1411" name="Google Shape;1411;p287"/>
              <p:cNvSpPr/>
              <p:nvPr/>
            </p:nvSpPr>
            <p:spPr>
              <a:xfrm rot="2700000">
                <a:off x="1559854" y="1891857"/>
                <a:ext cx="242388" cy="242388"/>
              </a:xfrm>
              <a:prstGeom prst="rect">
                <a:avLst/>
              </a:prstGeom>
              <a:solidFill>
                <a:schemeClr val="accent1"/>
              </a:solidFill>
              <a:ln w="254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50800" dist="38100" dir="5400000" algn="t" rotWithShape="0">
                  <a:srgbClr val="000000">
                    <a:alpha val="40000"/>
                  </a:srgbClr>
                </a:outerShdw>
              </a:effectLst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Public Sans"/>
                  <a:ea typeface="Public Sans"/>
                  <a:cs typeface="Public Sans"/>
                  <a:sym typeface="Public Sans"/>
                </a:endParaRPr>
              </a:p>
            </p:txBody>
          </p:sp>
        </p:grpSp>
      </p:grpSp>
      <p:sp>
        <p:nvSpPr>
          <p:cNvPr id="1412" name="Google Shape;1412;p287"/>
          <p:cNvSpPr txBox="1">
            <a:spLocks noGrp="1"/>
          </p:cNvSpPr>
          <p:nvPr>
            <p:ph type="body" idx="6"/>
          </p:nvPr>
        </p:nvSpPr>
        <p:spPr>
          <a:xfrm>
            <a:off x="223088" y="2206673"/>
            <a:ext cx="1714750" cy="32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13" name="Google Shape;1413;p287"/>
          <p:cNvSpPr txBox="1">
            <a:spLocks noGrp="1"/>
          </p:cNvSpPr>
          <p:nvPr>
            <p:ph type="body" idx="7"/>
          </p:nvPr>
        </p:nvSpPr>
        <p:spPr>
          <a:xfrm>
            <a:off x="1964112" y="2206673"/>
            <a:ext cx="1714750" cy="32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14" name="Google Shape;1414;p287"/>
          <p:cNvSpPr txBox="1">
            <a:spLocks noGrp="1"/>
          </p:cNvSpPr>
          <p:nvPr>
            <p:ph type="body" idx="8"/>
          </p:nvPr>
        </p:nvSpPr>
        <p:spPr>
          <a:xfrm>
            <a:off x="3705136" y="2206673"/>
            <a:ext cx="1714750" cy="32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15" name="Google Shape;1415;p287"/>
          <p:cNvSpPr txBox="1">
            <a:spLocks noGrp="1"/>
          </p:cNvSpPr>
          <p:nvPr>
            <p:ph type="body" idx="9"/>
          </p:nvPr>
        </p:nvSpPr>
        <p:spPr>
          <a:xfrm>
            <a:off x="5446160" y="2206673"/>
            <a:ext cx="1714750" cy="32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16" name="Google Shape;1416;p287"/>
          <p:cNvSpPr txBox="1">
            <a:spLocks noGrp="1"/>
          </p:cNvSpPr>
          <p:nvPr>
            <p:ph type="body" idx="13"/>
          </p:nvPr>
        </p:nvSpPr>
        <p:spPr>
          <a:xfrm>
            <a:off x="7187185" y="2206673"/>
            <a:ext cx="1714750" cy="32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1_Section title and description 21">
    <p:spTree>
      <p:nvGrpSpPr>
        <p:cNvPr id="1" name="Shape 1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8" name="Google Shape;1418;p288" descr="Shape&#10;&#10;Description automatically generated with low confidenc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3990" cy="5143494"/>
          </a:xfrm>
          <a:prstGeom prst="rect">
            <a:avLst/>
          </a:prstGeom>
          <a:noFill/>
          <a:ln>
            <a:noFill/>
          </a:ln>
        </p:spPr>
      </p:pic>
      <p:sp>
        <p:nvSpPr>
          <p:cNvPr id="1419" name="Google Shape;1419;p288"/>
          <p:cNvSpPr txBox="1">
            <a:spLocks noGrp="1"/>
          </p:cNvSpPr>
          <p:nvPr>
            <p:ph type="title"/>
          </p:nvPr>
        </p:nvSpPr>
        <p:spPr>
          <a:xfrm>
            <a:off x="135731" y="202405"/>
            <a:ext cx="7886700" cy="344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366A"/>
              </a:buClr>
              <a:buSzPts val="1700"/>
              <a:buFont typeface="Public Sans"/>
              <a:buNone/>
              <a:defRPr sz="1700" b="1" i="0" u="none" strike="noStrike" cap="none">
                <a:solidFill>
                  <a:srgbClr val="22366A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20" name="Google Shape;1420;p288"/>
          <p:cNvSpPr/>
          <p:nvPr/>
        </p:nvSpPr>
        <p:spPr>
          <a:xfrm>
            <a:off x="0" y="202405"/>
            <a:ext cx="135731" cy="344091"/>
          </a:xfrm>
          <a:prstGeom prst="rect">
            <a:avLst/>
          </a:prstGeom>
          <a:solidFill>
            <a:srgbClr val="22366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21" name="Google Shape;1421;p288"/>
          <p:cNvGrpSpPr/>
          <p:nvPr/>
        </p:nvGrpSpPr>
        <p:grpSpPr>
          <a:xfrm>
            <a:off x="2805107" y="1224889"/>
            <a:ext cx="3533786" cy="3185052"/>
            <a:chOff x="2801099" y="1114361"/>
            <a:chExt cx="3533786" cy="3185052"/>
          </a:xfrm>
        </p:grpSpPr>
        <p:grpSp>
          <p:nvGrpSpPr>
            <p:cNvPr id="1422" name="Google Shape;1422;p288"/>
            <p:cNvGrpSpPr/>
            <p:nvPr/>
          </p:nvGrpSpPr>
          <p:grpSpPr>
            <a:xfrm>
              <a:off x="2801099" y="1228944"/>
              <a:ext cx="3533786" cy="2955886"/>
              <a:chOff x="2801099" y="1066147"/>
              <a:chExt cx="3533786" cy="2955886"/>
            </a:xfrm>
          </p:grpSpPr>
          <p:grpSp>
            <p:nvGrpSpPr>
              <p:cNvPr id="1423" name="Google Shape;1423;p288"/>
              <p:cNvGrpSpPr/>
              <p:nvPr/>
            </p:nvGrpSpPr>
            <p:grpSpPr>
              <a:xfrm>
                <a:off x="6252959" y="1066147"/>
                <a:ext cx="81926" cy="2955886"/>
                <a:chOff x="6252959" y="1066147"/>
                <a:chExt cx="81926" cy="2955886"/>
              </a:xfrm>
            </p:grpSpPr>
            <p:sp>
              <p:nvSpPr>
                <p:cNvPr id="1424" name="Google Shape;1424;p288"/>
                <p:cNvSpPr/>
                <p:nvPr/>
              </p:nvSpPr>
              <p:spPr>
                <a:xfrm>
                  <a:off x="6252959" y="1784637"/>
                  <a:ext cx="81926" cy="81926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Public Sans"/>
                    <a:ea typeface="Public Sans"/>
                    <a:cs typeface="Public Sans"/>
                    <a:sym typeface="Public Sans"/>
                  </a:endParaRPr>
                </a:p>
              </p:txBody>
            </p:sp>
            <p:sp>
              <p:nvSpPr>
                <p:cNvPr id="1425" name="Google Shape;1425;p288"/>
                <p:cNvSpPr/>
                <p:nvPr/>
              </p:nvSpPr>
              <p:spPr>
                <a:xfrm>
                  <a:off x="6252959" y="2503127"/>
                  <a:ext cx="81926" cy="81926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Public Sans"/>
                    <a:ea typeface="Public Sans"/>
                    <a:cs typeface="Public Sans"/>
                    <a:sym typeface="Public Sans"/>
                  </a:endParaRPr>
                </a:p>
              </p:txBody>
            </p:sp>
            <p:sp>
              <p:nvSpPr>
                <p:cNvPr id="1426" name="Google Shape;1426;p288"/>
                <p:cNvSpPr/>
                <p:nvPr/>
              </p:nvSpPr>
              <p:spPr>
                <a:xfrm>
                  <a:off x="6252959" y="3221617"/>
                  <a:ext cx="81926" cy="81926"/>
                </a:xfrm>
                <a:prstGeom prst="ellipse">
                  <a:avLst/>
                </a:pr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Public Sans"/>
                    <a:ea typeface="Public Sans"/>
                    <a:cs typeface="Public Sans"/>
                    <a:sym typeface="Public Sans"/>
                  </a:endParaRPr>
                </a:p>
              </p:txBody>
            </p:sp>
            <p:sp>
              <p:nvSpPr>
                <p:cNvPr id="1427" name="Google Shape;1427;p288"/>
                <p:cNvSpPr/>
                <p:nvPr/>
              </p:nvSpPr>
              <p:spPr>
                <a:xfrm>
                  <a:off x="6252959" y="3940107"/>
                  <a:ext cx="81926" cy="81926"/>
                </a:xfrm>
                <a:prstGeom prst="ellipse">
                  <a:avLst/>
                </a:prstGeom>
                <a:solidFill>
                  <a:srgbClr val="BFBFB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Public Sans"/>
                    <a:ea typeface="Public Sans"/>
                    <a:cs typeface="Public Sans"/>
                    <a:sym typeface="Public Sans"/>
                  </a:endParaRPr>
                </a:p>
              </p:txBody>
            </p:sp>
            <p:sp>
              <p:nvSpPr>
                <p:cNvPr id="1428" name="Google Shape;1428;p288"/>
                <p:cNvSpPr/>
                <p:nvPr/>
              </p:nvSpPr>
              <p:spPr>
                <a:xfrm>
                  <a:off x="6252959" y="1066147"/>
                  <a:ext cx="81926" cy="81926"/>
                </a:xfrm>
                <a:prstGeom prst="ellipse">
                  <a:avLst/>
                </a:pr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Public Sans"/>
                    <a:ea typeface="Public Sans"/>
                    <a:cs typeface="Public Sans"/>
                    <a:sym typeface="Public Sans"/>
                  </a:endParaRPr>
                </a:p>
              </p:txBody>
            </p:sp>
          </p:grpSp>
          <p:grpSp>
            <p:nvGrpSpPr>
              <p:cNvPr id="1429" name="Google Shape;1429;p288"/>
              <p:cNvGrpSpPr/>
              <p:nvPr/>
            </p:nvGrpSpPr>
            <p:grpSpPr>
              <a:xfrm>
                <a:off x="2801099" y="1066147"/>
                <a:ext cx="81926" cy="2955886"/>
                <a:chOff x="2801099" y="1066147"/>
                <a:chExt cx="81926" cy="2955886"/>
              </a:xfrm>
            </p:grpSpPr>
            <p:sp>
              <p:nvSpPr>
                <p:cNvPr id="1430" name="Google Shape;1430;p288"/>
                <p:cNvSpPr/>
                <p:nvPr/>
              </p:nvSpPr>
              <p:spPr>
                <a:xfrm>
                  <a:off x="2801099" y="1784637"/>
                  <a:ext cx="81926" cy="81926"/>
                </a:xfrm>
                <a:prstGeom prst="ellipse">
                  <a:avLst/>
                </a:pr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Public Sans"/>
                    <a:ea typeface="Public Sans"/>
                    <a:cs typeface="Public Sans"/>
                    <a:sym typeface="Public Sans"/>
                  </a:endParaRPr>
                </a:p>
              </p:txBody>
            </p:sp>
            <p:sp>
              <p:nvSpPr>
                <p:cNvPr id="1431" name="Google Shape;1431;p288"/>
                <p:cNvSpPr/>
                <p:nvPr/>
              </p:nvSpPr>
              <p:spPr>
                <a:xfrm>
                  <a:off x="2801099" y="2503127"/>
                  <a:ext cx="81926" cy="81926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Public Sans"/>
                    <a:ea typeface="Public Sans"/>
                    <a:cs typeface="Public Sans"/>
                    <a:sym typeface="Public Sans"/>
                  </a:endParaRPr>
                </a:p>
              </p:txBody>
            </p:sp>
            <p:sp>
              <p:nvSpPr>
                <p:cNvPr id="1432" name="Google Shape;1432;p288"/>
                <p:cNvSpPr/>
                <p:nvPr/>
              </p:nvSpPr>
              <p:spPr>
                <a:xfrm>
                  <a:off x="2801099" y="3221617"/>
                  <a:ext cx="81926" cy="81926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Public Sans"/>
                    <a:ea typeface="Public Sans"/>
                    <a:cs typeface="Public Sans"/>
                    <a:sym typeface="Public Sans"/>
                  </a:endParaRPr>
                </a:p>
              </p:txBody>
            </p:sp>
            <p:sp>
              <p:nvSpPr>
                <p:cNvPr id="1433" name="Google Shape;1433;p288"/>
                <p:cNvSpPr/>
                <p:nvPr/>
              </p:nvSpPr>
              <p:spPr>
                <a:xfrm>
                  <a:off x="2801099" y="3940107"/>
                  <a:ext cx="81926" cy="81926"/>
                </a:xfrm>
                <a:prstGeom prst="ellipse">
                  <a:avLst/>
                </a:pr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Public Sans"/>
                    <a:ea typeface="Public Sans"/>
                    <a:cs typeface="Public Sans"/>
                    <a:sym typeface="Public Sans"/>
                  </a:endParaRPr>
                </a:p>
              </p:txBody>
            </p:sp>
            <p:sp>
              <p:nvSpPr>
                <p:cNvPr id="1434" name="Google Shape;1434;p288"/>
                <p:cNvSpPr/>
                <p:nvPr/>
              </p:nvSpPr>
              <p:spPr>
                <a:xfrm>
                  <a:off x="2801099" y="1066147"/>
                  <a:ext cx="81926" cy="81926"/>
                </a:xfrm>
                <a:prstGeom prst="ellipse">
                  <a:avLst/>
                </a:prstGeom>
                <a:solidFill>
                  <a:srgbClr val="BFBFB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Public Sans"/>
                    <a:ea typeface="Public Sans"/>
                    <a:cs typeface="Public Sans"/>
                    <a:sym typeface="Public Sans"/>
                  </a:endParaRPr>
                </a:p>
              </p:txBody>
            </p:sp>
          </p:grpSp>
        </p:grpSp>
        <p:grpSp>
          <p:nvGrpSpPr>
            <p:cNvPr id="1435" name="Google Shape;1435;p288"/>
            <p:cNvGrpSpPr/>
            <p:nvPr/>
          </p:nvGrpSpPr>
          <p:grpSpPr>
            <a:xfrm>
              <a:off x="2975830" y="1114361"/>
              <a:ext cx="3184323" cy="3185052"/>
              <a:chOff x="2908735" y="1068601"/>
              <a:chExt cx="3326530" cy="3327292"/>
            </a:xfrm>
          </p:grpSpPr>
          <p:sp>
            <p:nvSpPr>
              <p:cNvPr id="1436" name="Google Shape;1436;p288"/>
              <p:cNvSpPr/>
              <p:nvPr/>
            </p:nvSpPr>
            <p:spPr>
              <a:xfrm>
                <a:off x="2908735" y="1068601"/>
                <a:ext cx="3326530" cy="3327292"/>
              </a:xfrm>
              <a:custGeom>
                <a:avLst/>
                <a:gdLst/>
                <a:ahLst/>
                <a:cxnLst/>
                <a:rect l="l" t="t" r="r" b="b"/>
                <a:pathLst>
                  <a:path w="3708" h="3708" extrusionOk="0">
                    <a:moveTo>
                      <a:pt x="278" y="1350"/>
                    </a:moveTo>
                    <a:cubicBezTo>
                      <a:pt x="556" y="480"/>
                      <a:pt x="1487" y="0"/>
                      <a:pt x="2358" y="278"/>
                    </a:cubicBezTo>
                    <a:cubicBezTo>
                      <a:pt x="3228" y="556"/>
                      <a:pt x="3708" y="1487"/>
                      <a:pt x="3430" y="2358"/>
                    </a:cubicBezTo>
                    <a:cubicBezTo>
                      <a:pt x="3152" y="3228"/>
                      <a:pt x="2221" y="3708"/>
                      <a:pt x="1350" y="3430"/>
                    </a:cubicBezTo>
                    <a:cubicBezTo>
                      <a:pt x="480" y="3152"/>
                      <a:pt x="0" y="2221"/>
                      <a:pt x="278" y="1350"/>
                    </a:cubicBezTo>
                    <a:close/>
                  </a:path>
                </a:pathLst>
              </a:custGeom>
              <a:solidFill>
                <a:srgbClr val="F2F2F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50"/>
                  <a:buFont typeface="Arial"/>
                  <a:buNone/>
                </a:pPr>
                <a:endParaRPr sz="1350" b="0" i="0" u="none" strike="noStrike" cap="none">
                  <a:solidFill>
                    <a:srgbClr val="000000"/>
                  </a:solidFill>
                  <a:latin typeface="Public Sans"/>
                  <a:ea typeface="Public Sans"/>
                  <a:cs typeface="Public Sans"/>
                  <a:sym typeface="Public Sans"/>
                </a:endParaRPr>
              </a:p>
            </p:txBody>
          </p:sp>
          <p:sp>
            <p:nvSpPr>
              <p:cNvPr id="1437" name="Google Shape;1437;p288"/>
              <p:cNvSpPr/>
              <p:nvPr/>
            </p:nvSpPr>
            <p:spPr>
              <a:xfrm>
                <a:off x="3510752" y="1490314"/>
                <a:ext cx="1060348" cy="1239954"/>
              </a:xfrm>
              <a:custGeom>
                <a:avLst/>
                <a:gdLst/>
                <a:ahLst/>
                <a:cxnLst/>
                <a:rect l="l" t="t" r="r" b="b"/>
                <a:pathLst>
                  <a:path w="1247" h="1458" extrusionOk="0">
                    <a:moveTo>
                      <a:pt x="0" y="562"/>
                    </a:moveTo>
                    <a:cubicBezTo>
                      <a:pt x="1247" y="1458"/>
                      <a:pt x="1247" y="1458"/>
                      <a:pt x="1247" y="1458"/>
                    </a:cubicBezTo>
                    <a:cubicBezTo>
                      <a:pt x="765" y="0"/>
                      <a:pt x="765" y="0"/>
                      <a:pt x="765" y="0"/>
                    </a:cubicBezTo>
                    <a:cubicBezTo>
                      <a:pt x="462" y="101"/>
                      <a:pt x="191" y="297"/>
                      <a:pt x="0" y="56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50"/>
                  <a:buFont typeface="Arial"/>
                  <a:buNone/>
                </a:pPr>
                <a:endParaRPr sz="1350" b="0" i="0" u="none" strike="noStrike" cap="none">
                  <a:solidFill>
                    <a:srgbClr val="000000"/>
                  </a:solidFill>
                  <a:latin typeface="Public Sans"/>
                  <a:ea typeface="Public Sans"/>
                  <a:cs typeface="Public Sans"/>
                  <a:sym typeface="Public Sans"/>
                </a:endParaRPr>
              </a:p>
            </p:txBody>
          </p:sp>
          <p:sp>
            <p:nvSpPr>
              <p:cNvPr id="1438" name="Google Shape;1438;p288"/>
              <p:cNvSpPr/>
              <p:nvPr/>
            </p:nvSpPr>
            <p:spPr>
              <a:xfrm>
                <a:off x="3264202" y="1969019"/>
                <a:ext cx="1306180" cy="769168"/>
              </a:xfrm>
              <a:custGeom>
                <a:avLst/>
                <a:gdLst/>
                <a:ahLst/>
                <a:cxnLst/>
                <a:rect l="l" t="t" r="r" b="b"/>
                <a:pathLst>
                  <a:path w="1536" h="904" extrusionOk="0">
                    <a:moveTo>
                      <a:pt x="74" y="428"/>
                    </a:moveTo>
                    <a:cubicBezTo>
                      <a:pt x="23" y="586"/>
                      <a:pt x="0" y="747"/>
                      <a:pt x="1" y="904"/>
                    </a:cubicBezTo>
                    <a:cubicBezTo>
                      <a:pt x="1536" y="896"/>
                      <a:pt x="1536" y="896"/>
                      <a:pt x="1536" y="896"/>
                    </a:cubicBezTo>
                    <a:cubicBezTo>
                      <a:pt x="290" y="0"/>
                      <a:pt x="290" y="0"/>
                      <a:pt x="290" y="0"/>
                    </a:cubicBezTo>
                    <a:cubicBezTo>
                      <a:pt x="198" y="128"/>
                      <a:pt x="124" y="271"/>
                      <a:pt x="74" y="428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50"/>
                  <a:buFont typeface="Arial"/>
                  <a:buNone/>
                </a:pPr>
                <a:endParaRPr sz="1350" b="0" i="0" u="none" strike="noStrike" cap="none">
                  <a:solidFill>
                    <a:srgbClr val="000000"/>
                  </a:solidFill>
                  <a:latin typeface="Public Sans"/>
                  <a:ea typeface="Public Sans"/>
                  <a:cs typeface="Public Sans"/>
                  <a:sym typeface="Public Sans"/>
                </a:endParaRPr>
              </a:p>
            </p:txBody>
          </p:sp>
          <p:sp>
            <p:nvSpPr>
              <p:cNvPr id="1439" name="Google Shape;1439;p288"/>
              <p:cNvSpPr/>
              <p:nvPr/>
            </p:nvSpPr>
            <p:spPr>
              <a:xfrm>
                <a:off x="3519391" y="2733867"/>
                <a:ext cx="1051711" cy="1244273"/>
              </a:xfrm>
              <a:custGeom>
                <a:avLst/>
                <a:gdLst/>
                <a:ahLst/>
                <a:cxnLst/>
                <a:rect l="l" t="t" r="r" b="b"/>
                <a:pathLst>
                  <a:path w="1237" h="1463" extrusionOk="0">
                    <a:moveTo>
                      <a:pt x="769" y="1463"/>
                    </a:moveTo>
                    <a:cubicBezTo>
                      <a:pt x="1237" y="0"/>
                      <a:pt x="1237" y="0"/>
                      <a:pt x="1237" y="0"/>
                    </a:cubicBezTo>
                    <a:cubicBezTo>
                      <a:pt x="0" y="908"/>
                      <a:pt x="0" y="908"/>
                      <a:pt x="0" y="908"/>
                    </a:cubicBezTo>
                    <a:cubicBezTo>
                      <a:pt x="185" y="1161"/>
                      <a:pt x="449" y="1361"/>
                      <a:pt x="769" y="1463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50"/>
                  <a:buFont typeface="Arial"/>
                  <a:buNone/>
                </a:pPr>
                <a:endParaRPr sz="1350" b="0" i="0" u="none" strike="noStrike" cap="none">
                  <a:solidFill>
                    <a:srgbClr val="000000"/>
                  </a:solidFill>
                  <a:latin typeface="Public Sans"/>
                  <a:ea typeface="Public Sans"/>
                  <a:cs typeface="Public Sans"/>
                  <a:sym typeface="Public Sans"/>
                </a:endParaRPr>
              </a:p>
            </p:txBody>
          </p:sp>
          <p:sp>
            <p:nvSpPr>
              <p:cNvPr id="1440" name="Google Shape;1440;p288"/>
              <p:cNvSpPr/>
              <p:nvPr/>
            </p:nvSpPr>
            <p:spPr>
              <a:xfrm>
                <a:off x="4162942" y="1398533"/>
                <a:ext cx="806959" cy="1331734"/>
              </a:xfrm>
              <a:custGeom>
                <a:avLst/>
                <a:gdLst/>
                <a:ahLst/>
                <a:cxnLst/>
                <a:rect l="l" t="t" r="r" b="b"/>
                <a:pathLst>
                  <a:path w="949" h="1566" extrusionOk="0">
                    <a:moveTo>
                      <a:pt x="0" y="108"/>
                    </a:moveTo>
                    <a:cubicBezTo>
                      <a:pt x="481" y="1566"/>
                      <a:pt x="481" y="1566"/>
                      <a:pt x="481" y="1566"/>
                    </a:cubicBezTo>
                    <a:cubicBezTo>
                      <a:pt x="949" y="102"/>
                      <a:pt x="949" y="102"/>
                      <a:pt x="949" y="102"/>
                    </a:cubicBezTo>
                    <a:cubicBezTo>
                      <a:pt x="628" y="0"/>
                      <a:pt x="298" y="10"/>
                      <a:pt x="0" y="108"/>
                    </a:cubicBezTo>
                    <a:close/>
                  </a:path>
                </a:pathLst>
              </a:custGeom>
              <a:solidFill>
                <a:srgbClr val="D8D8D8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50"/>
                  <a:buFont typeface="Arial"/>
                  <a:buNone/>
                </a:pPr>
                <a:endParaRPr sz="1350" b="0" i="0" u="none" strike="noStrike" cap="none">
                  <a:solidFill>
                    <a:srgbClr val="000000"/>
                  </a:solidFill>
                  <a:latin typeface="Public Sans"/>
                  <a:ea typeface="Public Sans"/>
                  <a:cs typeface="Public Sans"/>
                  <a:sym typeface="Public Sans"/>
                </a:endParaRPr>
              </a:p>
            </p:txBody>
          </p:sp>
          <p:sp>
            <p:nvSpPr>
              <p:cNvPr id="1441" name="Google Shape;1441;p288"/>
              <p:cNvSpPr/>
              <p:nvPr/>
            </p:nvSpPr>
            <p:spPr>
              <a:xfrm>
                <a:off x="3264202" y="2732066"/>
                <a:ext cx="1306180" cy="773126"/>
              </a:xfrm>
              <a:custGeom>
                <a:avLst/>
                <a:gdLst/>
                <a:ahLst/>
                <a:cxnLst/>
                <a:rect l="l" t="t" r="r" b="b"/>
                <a:pathLst>
                  <a:path w="1536" h="909" extrusionOk="0">
                    <a:moveTo>
                      <a:pt x="298" y="909"/>
                    </a:moveTo>
                    <a:cubicBezTo>
                      <a:pt x="1536" y="0"/>
                      <a:pt x="1536" y="0"/>
                      <a:pt x="1536" y="0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3" y="335"/>
                      <a:pt x="110" y="651"/>
                      <a:pt x="298" y="90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50"/>
                  <a:buFont typeface="Arial"/>
                  <a:buNone/>
                </a:pPr>
                <a:endParaRPr sz="1350" b="0" i="0" u="none" strike="noStrike" cap="none">
                  <a:solidFill>
                    <a:srgbClr val="000000"/>
                  </a:solidFill>
                  <a:latin typeface="Public Sans"/>
                  <a:ea typeface="Public Sans"/>
                  <a:cs typeface="Public Sans"/>
                  <a:sym typeface="Public Sans"/>
                </a:endParaRPr>
              </a:p>
            </p:txBody>
          </p:sp>
          <p:sp>
            <p:nvSpPr>
              <p:cNvPr id="1442" name="Google Shape;1442;p288"/>
              <p:cNvSpPr/>
              <p:nvPr/>
            </p:nvSpPr>
            <p:spPr>
              <a:xfrm>
                <a:off x="4574699" y="1958941"/>
                <a:ext cx="1306180" cy="772406"/>
              </a:xfrm>
              <a:custGeom>
                <a:avLst/>
                <a:gdLst/>
                <a:ahLst/>
                <a:cxnLst/>
                <a:rect l="l" t="t" r="r" b="b"/>
                <a:pathLst>
                  <a:path w="1536" h="908" extrusionOk="0">
                    <a:moveTo>
                      <a:pt x="1237" y="0"/>
                    </a:moveTo>
                    <a:cubicBezTo>
                      <a:pt x="0" y="908"/>
                      <a:pt x="0" y="908"/>
                      <a:pt x="0" y="908"/>
                    </a:cubicBezTo>
                    <a:cubicBezTo>
                      <a:pt x="1536" y="902"/>
                      <a:pt x="1536" y="902"/>
                      <a:pt x="1536" y="902"/>
                    </a:cubicBezTo>
                    <a:cubicBezTo>
                      <a:pt x="1533" y="575"/>
                      <a:pt x="1427" y="259"/>
                      <a:pt x="123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50"/>
                  <a:buFont typeface="Arial"/>
                  <a:buNone/>
                </a:pPr>
                <a:endParaRPr sz="1350" b="0" i="0" u="none" strike="noStrike" cap="none">
                  <a:solidFill>
                    <a:srgbClr val="000000"/>
                  </a:solidFill>
                  <a:latin typeface="Public Sans"/>
                  <a:ea typeface="Public Sans"/>
                  <a:cs typeface="Public Sans"/>
                  <a:sym typeface="Public Sans"/>
                </a:endParaRPr>
              </a:p>
            </p:txBody>
          </p:sp>
          <p:sp>
            <p:nvSpPr>
              <p:cNvPr id="1443" name="Google Shape;1443;p288"/>
              <p:cNvSpPr/>
              <p:nvPr/>
            </p:nvSpPr>
            <p:spPr>
              <a:xfrm>
                <a:off x="4574699" y="2727029"/>
                <a:ext cx="1306900" cy="768806"/>
              </a:xfrm>
              <a:custGeom>
                <a:avLst/>
                <a:gdLst/>
                <a:ahLst/>
                <a:cxnLst/>
                <a:rect l="l" t="t" r="r" b="b"/>
                <a:pathLst>
                  <a:path w="1537" h="904" extrusionOk="0">
                    <a:moveTo>
                      <a:pt x="1462" y="474"/>
                    </a:moveTo>
                    <a:cubicBezTo>
                      <a:pt x="1513" y="316"/>
                      <a:pt x="1537" y="157"/>
                      <a:pt x="1536" y="0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1247" y="904"/>
                      <a:pt x="1247" y="904"/>
                      <a:pt x="1247" y="904"/>
                    </a:cubicBezTo>
                    <a:cubicBezTo>
                      <a:pt x="1339" y="776"/>
                      <a:pt x="1412" y="631"/>
                      <a:pt x="1462" y="474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50"/>
                  <a:buFont typeface="Arial"/>
                  <a:buNone/>
                </a:pPr>
                <a:endParaRPr sz="1350" b="0" i="0" u="none" strike="noStrike" cap="none">
                  <a:solidFill>
                    <a:srgbClr val="000000"/>
                  </a:solidFill>
                  <a:latin typeface="Public Sans"/>
                  <a:ea typeface="Public Sans"/>
                  <a:cs typeface="Public Sans"/>
                  <a:sym typeface="Public Sans"/>
                </a:endParaRPr>
              </a:p>
            </p:txBody>
          </p:sp>
          <p:sp>
            <p:nvSpPr>
              <p:cNvPr id="1444" name="Google Shape;1444;p288"/>
              <p:cNvSpPr/>
              <p:nvPr/>
            </p:nvSpPr>
            <p:spPr>
              <a:xfrm>
                <a:off x="4572900" y="1485996"/>
                <a:ext cx="1052790" cy="1244273"/>
              </a:xfrm>
              <a:custGeom>
                <a:avLst/>
                <a:gdLst/>
                <a:ahLst/>
                <a:cxnLst/>
                <a:rect l="l" t="t" r="r" b="b"/>
                <a:pathLst>
                  <a:path w="1238" h="1463" extrusionOk="0">
                    <a:moveTo>
                      <a:pt x="468" y="0"/>
                    </a:moveTo>
                    <a:cubicBezTo>
                      <a:pt x="0" y="1463"/>
                      <a:pt x="0" y="1463"/>
                      <a:pt x="0" y="1463"/>
                    </a:cubicBezTo>
                    <a:cubicBezTo>
                      <a:pt x="1238" y="555"/>
                      <a:pt x="1238" y="555"/>
                      <a:pt x="1238" y="555"/>
                    </a:cubicBezTo>
                    <a:cubicBezTo>
                      <a:pt x="1053" y="302"/>
                      <a:pt x="790" y="103"/>
                      <a:pt x="46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50"/>
                  <a:buFont typeface="Arial"/>
                  <a:buNone/>
                </a:pPr>
                <a:endParaRPr sz="1350" b="0" i="0" u="none" strike="noStrike" cap="none">
                  <a:solidFill>
                    <a:srgbClr val="000000"/>
                  </a:solidFill>
                  <a:latin typeface="Public Sans"/>
                  <a:ea typeface="Public Sans"/>
                  <a:cs typeface="Public Sans"/>
                  <a:sym typeface="Public Sans"/>
                </a:endParaRPr>
              </a:p>
            </p:txBody>
          </p:sp>
          <p:sp>
            <p:nvSpPr>
              <p:cNvPr id="1445" name="Google Shape;1445;p288"/>
              <p:cNvSpPr/>
              <p:nvPr/>
            </p:nvSpPr>
            <p:spPr>
              <a:xfrm>
                <a:off x="4574699" y="2733147"/>
                <a:ext cx="1059268" cy="1240673"/>
              </a:xfrm>
              <a:custGeom>
                <a:avLst/>
                <a:gdLst/>
                <a:ahLst/>
                <a:cxnLst/>
                <a:rect l="l" t="t" r="r" b="b"/>
                <a:pathLst>
                  <a:path w="1246" h="1459" extrusionOk="0">
                    <a:moveTo>
                      <a:pt x="1246" y="897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480" y="1459"/>
                      <a:pt x="480" y="1459"/>
                      <a:pt x="480" y="1459"/>
                    </a:cubicBezTo>
                    <a:cubicBezTo>
                      <a:pt x="784" y="1358"/>
                      <a:pt x="1055" y="1162"/>
                      <a:pt x="1246" y="897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50"/>
                  <a:buFont typeface="Arial"/>
                  <a:buNone/>
                </a:pPr>
                <a:endParaRPr sz="1350" b="0" i="0" u="none" strike="noStrike" cap="none">
                  <a:solidFill>
                    <a:srgbClr val="000000"/>
                  </a:solidFill>
                  <a:latin typeface="Public Sans"/>
                  <a:ea typeface="Public Sans"/>
                  <a:cs typeface="Public Sans"/>
                  <a:sym typeface="Public Sans"/>
                </a:endParaRPr>
              </a:p>
            </p:txBody>
          </p:sp>
          <p:sp>
            <p:nvSpPr>
              <p:cNvPr id="1446" name="Google Shape;1446;p288"/>
              <p:cNvSpPr/>
              <p:nvPr/>
            </p:nvSpPr>
            <p:spPr>
              <a:xfrm>
                <a:off x="4174099" y="2733867"/>
                <a:ext cx="807679" cy="1332815"/>
              </a:xfrm>
              <a:custGeom>
                <a:avLst/>
                <a:gdLst/>
                <a:ahLst/>
                <a:cxnLst/>
                <a:rect l="l" t="t" r="r" b="b"/>
                <a:pathLst>
                  <a:path w="950" h="1567" extrusionOk="0">
                    <a:moveTo>
                      <a:pt x="950" y="1458"/>
                    </a:moveTo>
                    <a:cubicBezTo>
                      <a:pt x="468" y="0"/>
                      <a:pt x="468" y="0"/>
                      <a:pt x="468" y="0"/>
                    </a:cubicBezTo>
                    <a:cubicBezTo>
                      <a:pt x="0" y="1464"/>
                      <a:pt x="0" y="1464"/>
                      <a:pt x="0" y="1464"/>
                    </a:cubicBezTo>
                    <a:cubicBezTo>
                      <a:pt x="322" y="1567"/>
                      <a:pt x="652" y="1556"/>
                      <a:pt x="950" y="1458"/>
                    </a:cubicBezTo>
                    <a:close/>
                  </a:path>
                </a:pathLst>
              </a:custGeom>
              <a:solidFill>
                <a:srgbClr val="D8D8D8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50"/>
                  <a:buFont typeface="Arial"/>
                  <a:buNone/>
                </a:pPr>
                <a:endParaRPr sz="1350" b="0" i="0" u="none" strike="noStrike" cap="none">
                  <a:solidFill>
                    <a:srgbClr val="000000"/>
                  </a:solidFill>
                  <a:latin typeface="Public Sans"/>
                  <a:ea typeface="Public Sans"/>
                  <a:cs typeface="Public Sans"/>
                  <a:sym typeface="Public Sans"/>
                </a:endParaRPr>
              </a:p>
            </p:txBody>
          </p:sp>
          <p:sp>
            <p:nvSpPr>
              <p:cNvPr id="1447" name="Google Shape;1447;p288"/>
              <p:cNvSpPr/>
              <p:nvPr/>
            </p:nvSpPr>
            <p:spPr>
              <a:xfrm>
                <a:off x="4369541" y="1554021"/>
                <a:ext cx="405639" cy="40564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ffectLst>
                <a:outerShdw blurRad="63500" sx="102000" sy="102000" algn="ctr" rotWithShape="0">
                  <a:srgbClr val="000000">
                    <a:alpha val="40000"/>
                  </a:srgbClr>
                </a:outerShdw>
              </a:effectLst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50"/>
                  <a:buFont typeface="Arial"/>
                  <a:buNone/>
                </a:pPr>
                <a:endParaRPr sz="1350" b="0" i="0" u="none" strike="noStrike" cap="none">
                  <a:solidFill>
                    <a:srgbClr val="000000"/>
                  </a:solidFill>
                  <a:latin typeface="Public Sans"/>
                  <a:ea typeface="Public Sans"/>
                  <a:cs typeface="Public Sans"/>
                  <a:sym typeface="Public Sans"/>
                </a:endParaRPr>
              </a:p>
            </p:txBody>
          </p:sp>
          <p:sp>
            <p:nvSpPr>
              <p:cNvPr id="1448" name="Google Shape;1448;p288"/>
              <p:cNvSpPr/>
              <p:nvPr/>
            </p:nvSpPr>
            <p:spPr>
              <a:xfrm>
                <a:off x="3770260" y="1712390"/>
                <a:ext cx="459988" cy="459268"/>
              </a:xfrm>
              <a:custGeom>
                <a:avLst/>
                <a:gdLst/>
                <a:ahLst/>
                <a:cxnLst/>
                <a:rect l="l" t="t" r="r" b="b"/>
                <a:pathLst>
                  <a:path w="541" h="540" extrusionOk="0">
                    <a:moveTo>
                      <a:pt x="463" y="130"/>
                    </a:moveTo>
                    <a:cubicBezTo>
                      <a:pt x="541" y="236"/>
                      <a:pt x="517" y="386"/>
                      <a:pt x="411" y="463"/>
                    </a:cubicBezTo>
                    <a:cubicBezTo>
                      <a:pt x="304" y="540"/>
                      <a:pt x="155" y="517"/>
                      <a:pt x="78" y="410"/>
                    </a:cubicBezTo>
                    <a:cubicBezTo>
                      <a:pt x="0" y="304"/>
                      <a:pt x="24" y="155"/>
                      <a:pt x="130" y="77"/>
                    </a:cubicBezTo>
                    <a:cubicBezTo>
                      <a:pt x="237" y="0"/>
                      <a:pt x="386" y="23"/>
                      <a:pt x="463" y="13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>
                <a:outerShdw blurRad="63500" sx="102000" sy="102000" algn="ctr" rotWithShape="0">
                  <a:srgbClr val="000000">
                    <a:alpha val="40000"/>
                  </a:srgbClr>
                </a:outerShdw>
              </a:effectLst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50"/>
                  <a:buFont typeface="Arial"/>
                  <a:buNone/>
                </a:pPr>
                <a:endParaRPr sz="1350" b="0" i="0" u="none" strike="noStrike" cap="none">
                  <a:solidFill>
                    <a:srgbClr val="000000"/>
                  </a:solidFill>
                  <a:latin typeface="Public Sans"/>
                  <a:ea typeface="Public Sans"/>
                  <a:cs typeface="Public Sans"/>
                  <a:sym typeface="Public Sans"/>
                </a:endParaRPr>
              </a:p>
            </p:txBody>
          </p:sp>
          <p:sp>
            <p:nvSpPr>
              <p:cNvPr id="1449" name="Google Shape;1449;p288"/>
              <p:cNvSpPr/>
              <p:nvPr/>
            </p:nvSpPr>
            <p:spPr>
              <a:xfrm>
                <a:off x="3418969" y="2200452"/>
                <a:ext cx="454949" cy="455309"/>
              </a:xfrm>
              <a:custGeom>
                <a:avLst/>
                <a:gdLst/>
                <a:ahLst/>
                <a:cxnLst/>
                <a:rect l="l" t="t" r="r" b="b"/>
                <a:pathLst>
                  <a:path w="535" h="535" extrusionOk="0">
                    <a:moveTo>
                      <a:pt x="341" y="41"/>
                    </a:moveTo>
                    <a:cubicBezTo>
                      <a:pt x="466" y="81"/>
                      <a:pt x="535" y="216"/>
                      <a:pt x="494" y="341"/>
                    </a:cubicBezTo>
                    <a:cubicBezTo>
                      <a:pt x="453" y="466"/>
                      <a:pt x="319" y="535"/>
                      <a:pt x="193" y="494"/>
                    </a:cubicBezTo>
                    <a:cubicBezTo>
                      <a:pt x="68" y="454"/>
                      <a:pt x="0" y="319"/>
                      <a:pt x="40" y="194"/>
                    </a:cubicBezTo>
                    <a:cubicBezTo>
                      <a:pt x="81" y="69"/>
                      <a:pt x="215" y="0"/>
                      <a:pt x="341" y="4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>
                <a:outerShdw blurRad="63500" sx="102000" sy="102000" algn="ctr" rotWithShape="0">
                  <a:srgbClr val="000000">
                    <a:alpha val="40000"/>
                  </a:srgbClr>
                </a:outerShdw>
              </a:effectLst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50"/>
                  <a:buFont typeface="Arial"/>
                  <a:buNone/>
                </a:pPr>
                <a:endParaRPr sz="1350" b="0" i="0" u="none" strike="noStrike" cap="none">
                  <a:solidFill>
                    <a:srgbClr val="000000"/>
                  </a:solidFill>
                  <a:latin typeface="Public Sans"/>
                  <a:ea typeface="Public Sans"/>
                  <a:cs typeface="Public Sans"/>
                  <a:sym typeface="Public Sans"/>
                </a:endParaRPr>
              </a:p>
            </p:txBody>
          </p:sp>
          <p:sp>
            <p:nvSpPr>
              <p:cNvPr id="1450" name="Google Shape;1450;p288"/>
              <p:cNvSpPr/>
              <p:nvPr/>
            </p:nvSpPr>
            <p:spPr>
              <a:xfrm>
                <a:off x="3417170" y="2801893"/>
                <a:ext cx="454949" cy="454949"/>
              </a:xfrm>
              <a:custGeom>
                <a:avLst/>
                <a:gdLst/>
                <a:ahLst/>
                <a:cxnLst/>
                <a:rect l="l" t="t" r="r" b="b"/>
                <a:pathLst>
                  <a:path w="535" h="535" extrusionOk="0">
                    <a:moveTo>
                      <a:pt x="194" y="41"/>
                    </a:moveTo>
                    <a:cubicBezTo>
                      <a:pt x="319" y="0"/>
                      <a:pt x="454" y="69"/>
                      <a:pt x="495" y="194"/>
                    </a:cubicBezTo>
                    <a:cubicBezTo>
                      <a:pt x="535" y="319"/>
                      <a:pt x="467" y="454"/>
                      <a:pt x="342" y="494"/>
                    </a:cubicBezTo>
                    <a:cubicBezTo>
                      <a:pt x="216" y="535"/>
                      <a:pt x="82" y="467"/>
                      <a:pt x="41" y="341"/>
                    </a:cubicBezTo>
                    <a:cubicBezTo>
                      <a:pt x="0" y="216"/>
                      <a:pt x="69" y="82"/>
                      <a:pt x="194" y="4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>
                <a:outerShdw blurRad="63500" sx="102000" sy="102000" algn="ctr" rotWithShape="0">
                  <a:srgbClr val="000000">
                    <a:alpha val="40000"/>
                  </a:srgbClr>
                </a:outerShdw>
              </a:effectLst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50"/>
                  <a:buFont typeface="Arial"/>
                  <a:buNone/>
                </a:pPr>
                <a:endParaRPr sz="1350" b="0" i="0" u="none" strike="noStrike" cap="none">
                  <a:solidFill>
                    <a:srgbClr val="000000"/>
                  </a:solidFill>
                  <a:latin typeface="Public Sans"/>
                  <a:ea typeface="Public Sans"/>
                  <a:cs typeface="Public Sans"/>
                  <a:sym typeface="Public Sans"/>
                </a:endParaRPr>
              </a:p>
            </p:txBody>
          </p:sp>
          <p:sp>
            <p:nvSpPr>
              <p:cNvPr id="1451" name="Google Shape;1451;p288"/>
              <p:cNvSpPr/>
              <p:nvPr/>
            </p:nvSpPr>
            <p:spPr>
              <a:xfrm>
                <a:off x="3767740" y="3286717"/>
                <a:ext cx="459988" cy="460348"/>
              </a:xfrm>
              <a:custGeom>
                <a:avLst/>
                <a:gdLst/>
                <a:ahLst/>
                <a:cxnLst/>
                <a:rect l="l" t="t" r="r" b="b"/>
                <a:pathLst>
                  <a:path w="541" h="541" extrusionOk="0">
                    <a:moveTo>
                      <a:pt x="78" y="130"/>
                    </a:moveTo>
                    <a:cubicBezTo>
                      <a:pt x="155" y="24"/>
                      <a:pt x="304" y="0"/>
                      <a:pt x="411" y="77"/>
                    </a:cubicBezTo>
                    <a:cubicBezTo>
                      <a:pt x="517" y="155"/>
                      <a:pt x="541" y="304"/>
                      <a:pt x="464" y="411"/>
                    </a:cubicBezTo>
                    <a:cubicBezTo>
                      <a:pt x="386" y="517"/>
                      <a:pt x="237" y="541"/>
                      <a:pt x="131" y="463"/>
                    </a:cubicBezTo>
                    <a:cubicBezTo>
                      <a:pt x="24" y="386"/>
                      <a:pt x="0" y="237"/>
                      <a:pt x="78" y="13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>
                <a:outerShdw blurRad="63500" sx="102000" sy="102000" algn="ctr" rotWithShape="0">
                  <a:srgbClr val="000000">
                    <a:alpha val="40000"/>
                  </a:srgbClr>
                </a:outerShdw>
              </a:effectLst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50"/>
                  <a:buFont typeface="Arial"/>
                  <a:buNone/>
                </a:pPr>
                <a:endParaRPr sz="1350" b="0" i="0" u="none" strike="noStrike" cap="none">
                  <a:solidFill>
                    <a:srgbClr val="000000"/>
                  </a:solidFill>
                  <a:latin typeface="Public Sans"/>
                  <a:ea typeface="Public Sans"/>
                  <a:cs typeface="Public Sans"/>
                  <a:sym typeface="Public Sans"/>
                </a:endParaRPr>
              </a:p>
            </p:txBody>
          </p:sp>
          <p:sp>
            <p:nvSpPr>
              <p:cNvPr id="1452" name="Google Shape;1452;p288"/>
              <p:cNvSpPr/>
              <p:nvPr/>
            </p:nvSpPr>
            <p:spPr>
              <a:xfrm>
                <a:off x="4366301" y="3500155"/>
                <a:ext cx="405639" cy="40564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ffectLst>
                <a:outerShdw blurRad="63500" sx="102000" sy="102000" algn="ctr" rotWithShape="0">
                  <a:srgbClr val="000000">
                    <a:alpha val="40000"/>
                  </a:srgbClr>
                </a:outerShdw>
              </a:effectLst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50"/>
                  <a:buFont typeface="Arial"/>
                  <a:buNone/>
                </a:pPr>
                <a:endParaRPr sz="1350" b="0" i="0" u="none" strike="noStrike" cap="none">
                  <a:solidFill>
                    <a:srgbClr val="000000"/>
                  </a:solidFill>
                  <a:latin typeface="Public Sans"/>
                  <a:ea typeface="Public Sans"/>
                  <a:cs typeface="Public Sans"/>
                  <a:sym typeface="Public Sans"/>
                </a:endParaRPr>
              </a:p>
            </p:txBody>
          </p:sp>
          <p:sp>
            <p:nvSpPr>
              <p:cNvPr id="1453" name="Google Shape;1453;p288"/>
              <p:cNvSpPr/>
              <p:nvPr/>
            </p:nvSpPr>
            <p:spPr>
              <a:xfrm>
                <a:off x="4911233" y="3288516"/>
                <a:ext cx="459988" cy="459988"/>
              </a:xfrm>
              <a:custGeom>
                <a:avLst/>
                <a:gdLst/>
                <a:ahLst/>
                <a:cxnLst/>
                <a:rect l="l" t="t" r="r" b="b"/>
                <a:pathLst>
                  <a:path w="541" h="541" extrusionOk="0">
                    <a:moveTo>
                      <a:pt x="78" y="411"/>
                    </a:moveTo>
                    <a:cubicBezTo>
                      <a:pt x="0" y="304"/>
                      <a:pt x="24" y="155"/>
                      <a:pt x="131" y="78"/>
                    </a:cubicBezTo>
                    <a:cubicBezTo>
                      <a:pt x="237" y="0"/>
                      <a:pt x="386" y="24"/>
                      <a:pt x="464" y="130"/>
                    </a:cubicBezTo>
                    <a:cubicBezTo>
                      <a:pt x="541" y="237"/>
                      <a:pt x="517" y="386"/>
                      <a:pt x="411" y="463"/>
                    </a:cubicBezTo>
                    <a:cubicBezTo>
                      <a:pt x="304" y="541"/>
                      <a:pt x="155" y="517"/>
                      <a:pt x="78" y="41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>
                <a:outerShdw blurRad="63500" sx="102000" sy="102000" algn="ctr" rotWithShape="0">
                  <a:srgbClr val="000000">
                    <a:alpha val="40000"/>
                  </a:srgbClr>
                </a:outerShdw>
              </a:effectLst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50"/>
                  <a:buFont typeface="Arial"/>
                  <a:buNone/>
                </a:pPr>
                <a:endParaRPr sz="1350" b="0" i="0" u="none" strike="noStrike" cap="none">
                  <a:solidFill>
                    <a:srgbClr val="000000"/>
                  </a:solidFill>
                  <a:latin typeface="Public Sans"/>
                  <a:ea typeface="Public Sans"/>
                  <a:cs typeface="Public Sans"/>
                  <a:sym typeface="Public Sans"/>
                </a:endParaRPr>
              </a:p>
            </p:txBody>
          </p:sp>
          <p:sp>
            <p:nvSpPr>
              <p:cNvPr id="1454" name="Google Shape;1454;p288"/>
              <p:cNvSpPr/>
              <p:nvPr/>
            </p:nvSpPr>
            <p:spPr>
              <a:xfrm>
                <a:off x="5268641" y="2805132"/>
                <a:ext cx="454949" cy="454229"/>
              </a:xfrm>
              <a:custGeom>
                <a:avLst/>
                <a:gdLst/>
                <a:ahLst/>
                <a:cxnLst/>
                <a:rect l="l" t="t" r="r" b="b"/>
                <a:pathLst>
                  <a:path w="535" h="534" extrusionOk="0">
                    <a:moveTo>
                      <a:pt x="194" y="494"/>
                    </a:moveTo>
                    <a:cubicBezTo>
                      <a:pt x="68" y="453"/>
                      <a:pt x="0" y="319"/>
                      <a:pt x="41" y="193"/>
                    </a:cubicBezTo>
                    <a:cubicBezTo>
                      <a:pt x="81" y="68"/>
                      <a:pt x="216" y="0"/>
                      <a:pt x="341" y="40"/>
                    </a:cubicBezTo>
                    <a:cubicBezTo>
                      <a:pt x="466" y="81"/>
                      <a:pt x="535" y="215"/>
                      <a:pt x="494" y="341"/>
                    </a:cubicBezTo>
                    <a:cubicBezTo>
                      <a:pt x="453" y="466"/>
                      <a:pt x="319" y="534"/>
                      <a:pt x="194" y="49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>
                <a:outerShdw blurRad="63500" sx="102000" sy="102000" algn="ctr" rotWithShape="0">
                  <a:srgbClr val="000000">
                    <a:alpha val="40000"/>
                  </a:srgbClr>
                </a:outerShdw>
              </a:effectLst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50"/>
                  <a:buFont typeface="Arial"/>
                  <a:buNone/>
                </a:pPr>
                <a:endParaRPr sz="1350" b="0" i="0" u="none" strike="noStrike" cap="none">
                  <a:solidFill>
                    <a:srgbClr val="000000"/>
                  </a:solidFill>
                  <a:latin typeface="Public Sans"/>
                  <a:ea typeface="Public Sans"/>
                  <a:cs typeface="Public Sans"/>
                  <a:sym typeface="Public Sans"/>
                </a:endParaRPr>
              </a:p>
            </p:txBody>
          </p:sp>
          <p:sp>
            <p:nvSpPr>
              <p:cNvPr id="1455" name="Google Shape;1455;p288"/>
              <p:cNvSpPr/>
              <p:nvPr/>
            </p:nvSpPr>
            <p:spPr>
              <a:xfrm>
                <a:off x="5269360" y="2202972"/>
                <a:ext cx="454949" cy="455309"/>
              </a:xfrm>
              <a:custGeom>
                <a:avLst/>
                <a:gdLst/>
                <a:ahLst/>
                <a:cxnLst/>
                <a:rect l="l" t="t" r="r" b="b"/>
                <a:pathLst>
                  <a:path w="535" h="535" extrusionOk="0">
                    <a:moveTo>
                      <a:pt x="341" y="495"/>
                    </a:moveTo>
                    <a:cubicBezTo>
                      <a:pt x="216" y="535"/>
                      <a:pt x="81" y="467"/>
                      <a:pt x="41" y="342"/>
                    </a:cubicBezTo>
                    <a:cubicBezTo>
                      <a:pt x="0" y="216"/>
                      <a:pt x="68" y="82"/>
                      <a:pt x="194" y="41"/>
                    </a:cubicBezTo>
                    <a:cubicBezTo>
                      <a:pt x="319" y="0"/>
                      <a:pt x="454" y="69"/>
                      <a:pt x="494" y="194"/>
                    </a:cubicBezTo>
                    <a:cubicBezTo>
                      <a:pt x="535" y="319"/>
                      <a:pt x="466" y="454"/>
                      <a:pt x="341" y="495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>
                <a:outerShdw blurRad="63500" sx="102000" sy="102000" algn="ctr" rotWithShape="0">
                  <a:srgbClr val="000000">
                    <a:alpha val="40000"/>
                  </a:srgbClr>
                </a:outerShdw>
              </a:effectLst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50"/>
                  <a:buFont typeface="Arial"/>
                  <a:buNone/>
                </a:pPr>
                <a:endParaRPr sz="1350" b="0" i="0" u="none" strike="noStrike" cap="none">
                  <a:solidFill>
                    <a:srgbClr val="000000"/>
                  </a:solidFill>
                  <a:latin typeface="Public Sans"/>
                  <a:ea typeface="Public Sans"/>
                  <a:cs typeface="Public Sans"/>
                  <a:sym typeface="Public Sans"/>
                </a:endParaRPr>
              </a:p>
            </p:txBody>
          </p:sp>
          <p:sp>
            <p:nvSpPr>
              <p:cNvPr id="1456" name="Google Shape;1456;p288"/>
              <p:cNvSpPr/>
              <p:nvPr/>
            </p:nvSpPr>
            <p:spPr>
              <a:xfrm>
                <a:off x="4913752" y="1713829"/>
                <a:ext cx="460348" cy="459628"/>
              </a:xfrm>
              <a:custGeom>
                <a:avLst/>
                <a:gdLst/>
                <a:ahLst/>
                <a:cxnLst/>
                <a:rect l="l" t="t" r="r" b="b"/>
                <a:pathLst>
                  <a:path w="541" h="540" extrusionOk="0">
                    <a:moveTo>
                      <a:pt x="464" y="410"/>
                    </a:moveTo>
                    <a:cubicBezTo>
                      <a:pt x="386" y="517"/>
                      <a:pt x="237" y="540"/>
                      <a:pt x="131" y="463"/>
                    </a:cubicBezTo>
                    <a:cubicBezTo>
                      <a:pt x="24" y="386"/>
                      <a:pt x="0" y="236"/>
                      <a:pt x="78" y="130"/>
                    </a:cubicBezTo>
                    <a:cubicBezTo>
                      <a:pt x="155" y="23"/>
                      <a:pt x="304" y="0"/>
                      <a:pt x="411" y="77"/>
                    </a:cubicBezTo>
                    <a:cubicBezTo>
                      <a:pt x="517" y="155"/>
                      <a:pt x="541" y="304"/>
                      <a:pt x="464" y="41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>
                <a:outerShdw blurRad="63500" sx="102000" sy="102000" algn="ctr" rotWithShape="0">
                  <a:srgbClr val="000000">
                    <a:alpha val="40000"/>
                  </a:srgbClr>
                </a:outerShdw>
              </a:effectLst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50"/>
                  <a:buFont typeface="Arial"/>
                  <a:buNone/>
                </a:pPr>
                <a:endParaRPr sz="1350" b="0" i="0" u="none" strike="noStrike" cap="none">
                  <a:solidFill>
                    <a:srgbClr val="000000"/>
                  </a:solidFill>
                  <a:latin typeface="Public Sans"/>
                  <a:ea typeface="Public Sans"/>
                  <a:cs typeface="Public Sans"/>
                  <a:sym typeface="Public Sans"/>
                </a:endParaRPr>
              </a:p>
            </p:txBody>
          </p:sp>
          <p:sp>
            <p:nvSpPr>
              <p:cNvPr id="1457" name="Google Shape;1457;p288"/>
              <p:cNvSpPr/>
              <p:nvPr/>
            </p:nvSpPr>
            <p:spPr>
              <a:xfrm>
                <a:off x="3910179" y="2033807"/>
                <a:ext cx="1323643" cy="1396880"/>
              </a:xfrm>
              <a:custGeom>
                <a:avLst/>
                <a:gdLst/>
                <a:ahLst/>
                <a:cxnLst/>
                <a:rect l="l" t="t" r="r" b="b"/>
                <a:pathLst>
                  <a:path w="1790" h="1889" extrusionOk="0">
                    <a:moveTo>
                      <a:pt x="1668" y="1066"/>
                    </a:moveTo>
                    <a:cubicBezTo>
                      <a:pt x="1678" y="1029"/>
                      <a:pt x="1678" y="991"/>
                      <a:pt x="1678" y="954"/>
                    </a:cubicBezTo>
                    <a:cubicBezTo>
                      <a:pt x="1678" y="917"/>
                      <a:pt x="1678" y="880"/>
                      <a:pt x="1668" y="841"/>
                    </a:cubicBezTo>
                    <a:cubicBezTo>
                      <a:pt x="1790" y="664"/>
                      <a:pt x="1790" y="664"/>
                      <a:pt x="1790" y="664"/>
                    </a:cubicBezTo>
                    <a:cubicBezTo>
                      <a:pt x="1584" y="580"/>
                      <a:pt x="1584" y="580"/>
                      <a:pt x="1584" y="580"/>
                    </a:cubicBezTo>
                    <a:cubicBezTo>
                      <a:pt x="1556" y="523"/>
                      <a:pt x="1510" y="458"/>
                      <a:pt x="1464" y="412"/>
                    </a:cubicBezTo>
                    <a:cubicBezTo>
                      <a:pt x="1454" y="187"/>
                      <a:pt x="1454" y="187"/>
                      <a:pt x="1454" y="187"/>
                    </a:cubicBezTo>
                    <a:cubicBezTo>
                      <a:pt x="1240" y="243"/>
                      <a:pt x="1240" y="243"/>
                      <a:pt x="1240" y="243"/>
                    </a:cubicBezTo>
                    <a:cubicBezTo>
                      <a:pt x="1175" y="214"/>
                      <a:pt x="1109" y="187"/>
                      <a:pt x="1044" y="177"/>
                    </a:cubicBezTo>
                    <a:cubicBezTo>
                      <a:pt x="895" y="0"/>
                      <a:pt x="895" y="0"/>
                      <a:pt x="895" y="0"/>
                    </a:cubicBezTo>
                    <a:cubicBezTo>
                      <a:pt x="765" y="177"/>
                      <a:pt x="765" y="177"/>
                      <a:pt x="765" y="177"/>
                    </a:cubicBezTo>
                    <a:cubicBezTo>
                      <a:pt x="689" y="187"/>
                      <a:pt x="625" y="206"/>
                      <a:pt x="569" y="243"/>
                    </a:cubicBezTo>
                    <a:cubicBezTo>
                      <a:pt x="345" y="177"/>
                      <a:pt x="345" y="177"/>
                      <a:pt x="345" y="177"/>
                    </a:cubicBezTo>
                    <a:cubicBezTo>
                      <a:pt x="335" y="402"/>
                      <a:pt x="335" y="402"/>
                      <a:pt x="335" y="402"/>
                    </a:cubicBezTo>
                    <a:cubicBezTo>
                      <a:pt x="290" y="449"/>
                      <a:pt x="242" y="505"/>
                      <a:pt x="214" y="571"/>
                    </a:cubicBezTo>
                    <a:cubicBezTo>
                      <a:pt x="0" y="645"/>
                      <a:pt x="0" y="645"/>
                      <a:pt x="0" y="645"/>
                    </a:cubicBezTo>
                    <a:cubicBezTo>
                      <a:pt x="122" y="832"/>
                      <a:pt x="122" y="832"/>
                      <a:pt x="122" y="832"/>
                    </a:cubicBezTo>
                    <a:cubicBezTo>
                      <a:pt x="113" y="870"/>
                      <a:pt x="113" y="907"/>
                      <a:pt x="113" y="954"/>
                    </a:cubicBezTo>
                    <a:cubicBezTo>
                      <a:pt x="113" y="981"/>
                      <a:pt x="113" y="1010"/>
                      <a:pt x="122" y="1047"/>
                    </a:cubicBezTo>
                    <a:cubicBezTo>
                      <a:pt x="0" y="1226"/>
                      <a:pt x="0" y="1226"/>
                      <a:pt x="0" y="1226"/>
                    </a:cubicBezTo>
                    <a:cubicBezTo>
                      <a:pt x="195" y="1309"/>
                      <a:pt x="195" y="1309"/>
                      <a:pt x="195" y="1309"/>
                    </a:cubicBezTo>
                    <a:cubicBezTo>
                      <a:pt x="232" y="1375"/>
                      <a:pt x="271" y="1430"/>
                      <a:pt x="327" y="1488"/>
                    </a:cubicBezTo>
                    <a:cubicBezTo>
                      <a:pt x="335" y="1702"/>
                      <a:pt x="335" y="1702"/>
                      <a:pt x="335" y="1702"/>
                    </a:cubicBezTo>
                    <a:cubicBezTo>
                      <a:pt x="530" y="1647"/>
                      <a:pt x="530" y="1647"/>
                      <a:pt x="530" y="1647"/>
                    </a:cubicBezTo>
                    <a:cubicBezTo>
                      <a:pt x="606" y="1684"/>
                      <a:pt x="680" y="1711"/>
                      <a:pt x="755" y="1721"/>
                    </a:cubicBezTo>
                    <a:cubicBezTo>
                      <a:pt x="886" y="1889"/>
                      <a:pt x="886" y="1889"/>
                      <a:pt x="886" y="1889"/>
                    </a:cubicBezTo>
                    <a:cubicBezTo>
                      <a:pt x="1016" y="1729"/>
                      <a:pt x="1016" y="1729"/>
                      <a:pt x="1016" y="1729"/>
                    </a:cubicBezTo>
                    <a:cubicBezTo>
                      <a:pt x="1090" y="1711"/>
                      <a:pt x="1166" y="1692"/>
                      <a:pt x="1240" y="1655"/>
                    </a:cubicBezTo>
                    <a:cubicBezTo>
                      <a:pt x="1435" y="1711"/>
                      <a:pt x="1435" y="1711"/>
                      <a:pt x="1435" y="1711"/>
                    </a:cubicBezTo>
                    <a:cubicBezTo>
                      <a:pt x="1444" y="1506"/>
                      <a:pt x="1444" y="1506"/>
                      <a:pt x="1444" y="1506"/>
                    </a:cubicBezTo>
                    <a:cubicBezTo>
                      <a:pt x="1501" y="1449"/>
                      <a:pt x="1547" y="1385"/>
                      <a:pt x="1584" y="1319"/>
                    </a:cubicBezTo>
                    <a:cubicBezTo>
                      <a:pt x="1781" y="1244"/>
                      <a:pt x="1781" y="1244"/>
                      <a:pt x="1781" y="1244"/>
                    </a:cubicBezTo>
                    <a:cubicBezTo>
                      <a:pt x="1668" y="1066"/>
                      <a:pt x="1668" y="1066"/>
                      <a:pt x="1668" y="1066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812800" sx="116000" sy="116000" algn="ctr" rotWithShape="0">
                  <a:srgbClr val="000000">
                    <a:alpha val="14901"/>
                  </a:srgbClr>
                </a:outerShdw>
              </a:effectLst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50"/>
                  <a:buFont typeface="Arial"/>
                  <a:buNone/>
                </a:pPr>
                <a:endParaRPr sz="1350" b="0" i="0" u="none" strike="noStrike" cap="none">
                  <a:solidFill>
                    <a:srgbClr val="000000"/>
                  </a:solidFill>
                  <a:latin typeface="Public Sans"/>
                  <a:ea typeface="Public Sans"/>
                  <a:cs typeface="Public Sans"/>
                  <a:sym typeface="Public Sans"/>
                </a:endParaRPr>
              </a:p>
            </p:txBody>
          </p:sp>
          <p:sp>
            <p:nvSpPr>
              <p:cNvPr id="1458" name="Google Shape;1458;p288"/>
              <p:cNvSpPr/>
              <p:nvPr/>
            </p:nvSpPr>
            <p:spPr>
              <a:xfrm>
                <a:off x="4432491" y="2254751"/>
                <a:ext cx="270442" cy="53653"/>
              </a:xfrm>
              <a:custGeom>
                <a:avLst/>
                <a:gdLst/>
                <a:ahLst/>
                <a:cxnLst/>
                <a:rect l="l" t="t" r="r" b="b"/>
                <a:pathLst>
                  <a:path w="947" h="188" extrusionOk="0">
                    <a:moveTo>
                      <a:pt x="490" y="0"/>
                    </a:moveTo>
                    <a:cubicBezTo>
                      <a:pt x="323" y="0"/>
                      <a:pt x="158" y="25"/>
                      <a:pt x="0" y="73"/>
                    </a:cubicBezTo>
                    <a:cubicBezTo>
                      <a:pt x="13" y="114"/>
                      <a:pt x="26" y="152"/>
                      <a:pt x="38" y="188"/>
                    </a:cubicBezTo>
                    <a:cubicBezTo>
                      <a:pt x="181" y="146"/>
                      <a:pt x="332" y="122"/>
                      <a:pt x="488" y="122"/>
                    </a:cubicBezTo>
                    <a:cubicBezTo>
                      <a:pt x="634" y="122"/>
                      <a:pt x="777" y="143"/>
                      <a:pt x="911" y="181"/>
                    </a:cubicBezTo>
                    <a:cubicBezTo>
                      <a:pt x="947" y="65"/>
                      <a:pt x="947" y="65"/>
                      <a:pt x="947" y="65"/>
                    </a:cubicBezTo>
                    <a:cubicBezTo>
                      <a:pt x="800" y="21"/>
                      <a:pt x="646" y="0"/>
                      <a:pt x="490" y="0"/>
                    </a:cubicBezTo>
                  </a:path>
                </a:pathLst>
              </a:custGeom>
              <a:solidFill>
                <a:srgbClr val="D7D7D7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50"/>
                  <a:buFont typeface="Arial"/>
                  <a:buNone/>
                </a:pPr>
                <a:endParaRPr sz="1350" b="0" i="0" u="none" strike="noStrike" cap="none">
                  <a:solidFill>
                    <a:srgbClr val="000000"/>
                  </a:solidFill>
                  <a:latin typeface="Public Sans"/>
                  <a:ea typeface="Public Sans"/>
                  <a:cs typeface="Public Sans"/>
                  <a:sym typeface="Public Sans"/>
                </a:endParaRPr>
              </a:p>
            </p:txBody>
          </p:sp>
          <p:sp>
            <p:nvSpPr>
              <p:cNvPr id="1459" name="Google Shape;1459;p288"/>
              <p:cNvSpPr/>
              <p:nvPr/>
            </p:nvSpPr>
            <p:spPr>
              <a:xfrm>
                <a:off x="4717797" y="2279886"/>
                <a:ext cx="228872" cy="178723"/>
              </a:xfrm>
              <a:custGeom>
                <a:avLst/>
                <a:gdLst/>
                <a:ahLst/>
                <a:cxnLst/>
                <a:rect l="l" t="t" r="r" b="b"/>
                <a:pathLst>
                  <a:path w="802" h="626" extrusionOk="0">
                    <a:moveTo>
                      <a:pt x="40" y="0"/>
                    </a:moveTo>
                    <a:cubicBezTo>
                      <a:pt x="26" y="42"/>
                      <a:pt x="13" y="83"/>
                      <a:pt x="0" y="121"/>
                    </a:cubicBezTo>
                    <a:cubicBezTo>
                      <a:pt x="281" y="220"/>
                      <a:pt x="526" y="397"/>
                      <a:pt x="707" y="626"/>
                    </a:cubicBezTo>
                    <a:cubicBezTo>
                      <a:pt x="802" y="556"/>
                      <a:pt x="802" y="556"/>
                      <a:pt x="802" y="556"/>
                    </a:cubicBezTo>
                    <a:cubicBezTo>
                      <a:pt x="607" y="301"/>
                      <a:pt x="336" y="105"/>
                      <a:pt x="40" y="0"/>
                    </a:cubicBezTo>
                  </a:path>
                </a:pathLst>
              </a:custGeom>
              <a:solidFill>
                <a:srgbClr val="1B5295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50"/>
                  <a:buFont typeface="Arial"/>
                  <a:buNone/>
                </a:pPr>
                <a:endParaRPr sz="1350" b="0" i="0" u="none" strike="noStrike" cap="none">
                  <a:solidFill>
                    <a:srgbClr val="000000"/>
                  </a:solidFill>
                  <a:latin typeface="Public Sans"/>
                  <a:ea typeface="Public Sans"/>
                  <a:cs typeface="Public Sans"/>
                  <a:sym typeface="Public Sans"/>
                </a:endParaRPr>
              </a:p>
            </p:txBody>
          </p:sp>
          <p:sp>
            <p:nvSpPr>
              <p:cNvPr id="1460" name="Google Shape;1460;p288"/>
              <p:cNvSpPr/>
              <p:nvPr/>
            </p:nvSpPr>
            <p:spPr>
              <a:xfrm>
                <a:off x="4191056" y="2282423"/>
                <a:ext cx="228631" cy="181260"/>
              </a:xfrm>
              <a:custGeom>
                <a:avLst/>
                <a:gdLst/>
                <a:ahLst/>
                <a:cxnLst/>
                <a:rect l="l" t="t" r="r" b="b"/>
                <a:pathLst>
                  <a:path w="801" h="635" extrusionOk="0">
                    <a:moveTo>
                      <a:pt x="763" y="0"/>
                    </a:moveTo>
                    <a:cubicBezTo>
                      <a:pt x="458" y="109"/>
                      <a:pt x="196" y="304"/>
                      <a:pt x="0" y="564"/>
                    </a:cubicBezTo>
                    <a:cubicBezTo>
                      <a:pt x="35" y="588"/>
                      <a:pt x="68" y="613"/>
                      <a:pt x="99" y="635"/>
                    </a:cubicBezTo>
                    <a:cubicBezTo>
                      <a:pt x="279" y="401"/>
                      <a:pt x="521" y="220"/>
                      <a:pt x="801" y="118"/>
                    </a:cubicBezTo>
                    <a:cubicBezTo>
                      <a:pt x="763" y="0"/>
                      <a:pt x="763" y="0"/>
                      <a:pt x="763" y="0"/>
                    </a:cubicBezTo>
                  </a:path>
                </a:pathLst>
              </a:custGeom>
              <a:solidFill>
                <a:srgbClr val="16447B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50"/>
                  <a:buFont typeface="Arial"/>
                  <a:buNone/>
                </a:pPr>
                <a:endParaRPr sz="1350" b="0" i="0" u="none" strike="noStrike" cap="none">
                  <a:solidFill>
                    <a:srgbClr val="000000"/>
                  </a:solidFill>
                  <a:latin typeface="Public Sans"/>
                  <a:ea typeface="Public Sans"/>
                  <a:cs typeface="Public Sans"/>
                  <a:sym typeface="Public Sans"/>
                </a:endParaRPr>
              </a:p>
            </p:txBody>
          </p:sp>
          <p:sp>
            <p:nvSpPr>
              <p:cNvPr id="1461" name="Google Shape;1461;p288"/>
              <p:cNvSpPr/>
              <p:nvPr/>
            </p:nvSpPr>
            <p:spPr>
              <a:xfrm>
                <a:off x="4935550" y="2459939"/>
                <a:ext cx="113712" cy="256665"/>
              </a:xfrm>
              <a:custGeom>
                <a:avLst/>
                <a:gdLst/>
                <a:ahLst/>
                <a:cxnLst/>
                <a:rect l="l" t="t" r="r" b="b"/>
                <a:pathLst>
                  <a:path w="398" h="899" extrusionOk="0">
                    <a:moveTo>
                      <a:pt x="97" y="0"/>
                    </a:moveTo>
                    <a:cubicBezTo>
                      <a:pt x="0" y="71"/>
                      <a:pt x="0" y="71"/>
                      <a:pt x="0" y="71"/>
                    </a:cubicBezTo>
                    <a:cubicBezTo>
                      <a:pt x="165" y="308"/>
                      <a:pt x="265" y="592"/>
                      <a:pt x="275" y="899"/>
                    </a:cubicBezTo>
                    <a:cubicBezTo>
                      <a:pt x="398" y="898"/>
                      <a:pt x="398" y="898"/>
                      <a:pt x="398" y="898"/>
                    </a:cubicBezTo>
                    <a:cubicBezTo>
                      <a:pt x="384" y="573"/>
                      <a:pt x="278" y="257"/>
                      <a:pt x="97" y="0"/>
                    </a:cubicBezTo>
                  </a:path>
                </a:pathLst>
              </a:custGeom>
              <a:solidFill>
                <a:srgbClr val="BD8738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50"/>
                  <a:buFont typeface="Arial"/>
                  <a:buNone/>
                </a:pPr>
                <a:endParaRPr sz="1350" b="0" i="0" u="none" strike="noStrike" cap="none">
                  <a:solidFill>
                    <a:srgbClr val="000000"/>
                  </a:solidFill>
                  <a:latin typeface="Public Sans"/>
                  <a:ea typeface="Public Sans"/>
                  <a:cs typeface="Public Sans"/>
                  <a:sym typeface="Public Sans"/>
                </a:endParaRPr>
              </a:p>
            </p:txBody>
          </p:sp>
          <p:sp>
            <p:nvSpPr>
              <p:cNvPr id="1462" name="Google Shape;1462;p288"/>
              <p:cNvSpPr/>
              <p:nvPr/>
            </p:nvSpPr>
            <p:spPr>
              <a:xfrm>
                <a:off x="4094739" y="2461992"/>
                <a:ext cx="109965" cy="261860"/>
              </a:xfrm>
              <a:custGeom>
                <a:avLst/>
                <a:gdLst/>
                <a:ahLst/>
                <a:cxnLst/>
                <a:rect l="l" t="t" r="r" b="b"/>
                <a:pathLst>
                  <a:path w="385" h="917" extrusionOk="0">
                    <a:moveTo>
                      <a:pt x="281" y="0"/>
                    </a:moveTo>
                    <a:cubicBezTo>
                      <a:pt x="199" y="127"/>
                      <a:pt x="130" y="272"/>
                      <a:pt x="73" y="433"/>
                    </a:cubicBezTo>
                    <a:cubicBezTo>
                      <a:pt x="27" y="574"/>
                      <a:pt x="2" y="738"/>
                      <a:pt x="0" y="917"/>
                    </a:cubicBezTo>
                    <a:cubicBezTo>
                      <a:pt x="41" y="917"/>
                      <a:pt x="80" y="917"/>
                      <a:pt x="119" y="917"/>
                    </a:cubicBezTo>
                    <a:cubicBezTo>
                      <a:pt x="125" y="605"/>
                      <a:pt x="223" y="317"/>
                      <a:pt x="385" y="77"/>
                    </a:cubicBezTo>
                    <a:cubicBezTo>
                      <a:pt x="281" y="0"/>
                      <a:pt x="281" y="0"/>
                      <a:pt x="281" y="0"/>
                    </a:cubicBezTo>
                  </a:path>
                </a:pathLst>
              </a:custGeom>
              <a:solidFill>
                <a:srgbClr val="CFA15D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50"/>
                  <a:buFont typeface="Arial"/>
                  <a:buNone/>
                </a:pPr>
                <a:endParaRPr sz="1350" b="0" i="0" u="none" strike="noStrike" cap="none">
                  <a:solidFill>
                    <a:srgbClr val="000000"/>
                  </a:solidFill>
                  <a:latin typeface="Public Sans"/>
                  <a:ea typeface="Public Sans"/>
                  <a:cs typeface="Public Sans"/>
                  <a:sym typeface="Public Sans"/>
                </a:endParaRPr>
              </a:p>
            </p:txBody>
          </p:sp>
          <p:sp>
            <p:nvSpPr>
              <p:cNvPr id="1463" name="Google Shape;1463;p288"/>
              <p:cNvSpPr/>
              <p:nvPr/>
            </p:nvSpPr>
            <p:spPr>
              <a:xfrm>
                <a:off x="4938447" y="2741738"/>
                <a:ext cx="110811" cy="258478"/>
              </a:xfrm>
              <a:custGeom>
                <a:avLst/>
                <a:gdLst/>
                <a:ahLst/>
                <a:cxnLst/>
                <a:rect l="l" t="t" r="r" b="b"/>
                <a:pathLst>
                  <a:path w="388" h="905" extrusionOk="0">
                    <a:moveTo>
                      <a:pt x="388" y="0"/>
                    </a:moveTo>
                    <a:cubicBezTo>
                      <a:pt x="266" y="0"/>
                      <a:pt x="266" y="0"/>
                      <a:pt x="266" y="0"/>
                    </a:cubicBezTo>
                    <a:cubicBezTo>
                      <a:pt x="260" y="309"/>
                      <a:pt x="163" y="597"/>
                      <a:pt x="0" y="836"/>
                    </a:cubicBezTo>
                    <a:cubicBezTo>
                      <a:pt x="96" y="905"/>
                      <a:pt x="96" y="905"/>
                      <a:pt x="96" y="905"/>
                    </a:cubicBezTo>
                    <a:cubicBezTo>
                      <a:pt x="174" y="787"/>
                      <a:pt x="258" y="642"/>
                      <a:pt x="305" y="465"/>
                    </a:cubicBezTo>
                    <a:cubicBezTo>
                      <a:pt x="305" y="464"/>
                      <a:pt x="305" y="464"/>
                      <a:pt x="305" y="464"/>
                    </a:cubicBezTo>
                    <a:cubicBezTo>
                      <a:pt x="305" y="464"/>
                      <a:pt x="305" y="464"/>
                      <a:pt x="305" y="464"/>
                    </a:cubicBezTo>
                    <a:cubicBezTo>
                      <a:pt x="305" y="464"/>
                      <a:pt x="305" y="464"/>
                      <a:pt x="305" y="464"/>
                    </a:cubicBezTo>
                    <a:cubicBezTo>
                      <a:pt x="356" y="320"/>
                      <a:pt x="384" y="157"/>
                      <a:pt x="388" y="0"/>
                    </a:cubicBezTo>
                  </a:path>
                </a:pathLst>
              </a:custGeom>
              <a:solidFill>
                <a:srgbClr val="CFA15D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50"/>
                  <a:buFont typeface="Arial"/>
                  <a:buNone/>
                </a:pPr>
                <a:endParaRPr sz="1350" b="0" i="0" u="none" strike="noStrike" cap="none">
                  <a:solidFill>
                    <a:srgbClr val="000000"/>
                  </a:solidFill>
                  <a:latin typeface="Public Sans"/>
                  <a:ea typeface="Public Sans"/>
                  <a:cs typeface="Public Sans"/>
                  <a:sym typeface="Public Sans"/>
                </a:endParaRPr>
              </a:p>
            </p:txBody>
          </p:sp>
          <p:sp>
            <p:nvSpPr>
              <p:cNvPr id="1464" name="Google Shape;1464;p288"/>
              <p:cNvSpPr/>
              <p:nvPr/>
            </p:nvSpPr>
            <p:spPr>
              <a:xfrm>
                <a:off x="4094742" y="2747174"/>
                <a:ext cx="113108" cy="259322"/>
              </a:xfrm>
              <a:custGeom>
                <a:avLst/>
                <a:gdLst/>
                <a:ahLst/>
                <a:cxnLst/>
                <a:rect l="l" t="t" r="r" b="b"/>
                <a:pathLst>
                  <a:path w="396" h="908" extrusionOk="0">
                    <a:moveTo>
                      <a:pt x="119" y="0"/>
                    </a:moveTo>
                    <a:cubicBezTo>
                      <a:pt x="119" y="0"/>
                      <a:pt x="119" y="0"/>
                      <a:pt x="119" y="0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5" y="326"/>
                      <a:pt x="108" y="639"/>
                      <a:pt x="298" y="908"/>
                    </a:cubicBezTo>
                    <a:cubicBezTo>
                      <a:pt x="332" y="882"/>
                      <a:pt x="365" y="858"/>
                      <a:pt x="396" y="835"/>
                    </a:cubicBezTo>
                    <a:cubicBezTo>
                      <a:pt x="231" y="597"/>
                      <a:pt x="129" y="310"/>
                      <a:pt x="119" y="0"/>
                    </a:cubicBezTo>
                  </a:path>
                </a:pathLst>
              </a:custGeom>
              <a:solidFill>
                <a:srgbClr val="BD8738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50"/>
                  <a:buFont typeface="Arial"/>
                  <a:buNone/>
                </a:pPr>
                <a:endParaRPr sz="1350" b="0" i="0" u="none" strike="noStrike" cap="none">
                  <a:solidFill>
                    <a:srgbClr val="000000"/>
                  </a:solidFill>
                  <a:latin typeface="Public Sans"/>
                  <a:ea typeface="Public Sans"/>
                  <a:cs typeface="Public Sans"/>
                  <a:sym typeface="Public Sans"/>
                </a:endParaRPr>
              </a:p>
            </p:txBody>
          </p:sp>
          <p:sp>
            <p:nvSpPr>
              <p:cNvPr id="1465" name="Google Shape;1465;p288"/>
              <p:cNvSpPr/>
              <p:nvPr/>
            </p:nvSpPr>
            <p:spPr>
              <a:xfrm>
                <a:off x="4720940" y="3001909"/>
                <a:ext cx="227785" cy="179328"/>
              </a:xfrm>
              <a:custGeom>
                <a:avLst/>
                <a:gdLst/>
                <a:ahLst/>
                <a:cxnLst/>
                <a:rect l="l" t="t" r="r" b="b"/>
                <a:pathLst>
                  <a:path w="798" h="628" extrusionOk="0">
                    <a:moveTo>
                      <a:pt x="708" y="0"/>
                    </a:moveTo>
                    <a:cubicBezTo>
                      <a:pt x="529" y="235"/>
                      <a:pt x="283" y="417"/>
                      <a:pt x="0" y="518"/>
                    </a:cubicBezTo>
                    <a:cubicBezTo>
                      <a:pt x="35" y="628"/>
                      <a:pt x="35" y="628"/>
                      <a:pt x="35" y="628"/>
                    </a:cubicBezTo>
                    <a:cubicBezTo>
                      <a:pt x="348" y="516"/>
                      <a:pt x="617" y="318"/>
                      <a:pt x="798" y="66"/>
                    </a:cubicBezTo>
                    <a:cubicBezTo>
                      <a:pt x="767" y="42"/>
                      <a:pt x="738" y="21"/>
                      <a:pt x="708" y="0"/>
                    </a:cubicBezTo>
                    <a:cubicBezTo>
                      <a:pt x="708" y="0"/>
                      <a:pt x="708" y="0"/>
                      <a:pt x="708" y="0"/>
                    </a:cubicBezTo>
                  </a:path>
                </a:pathLst>
              </a:custGeom>
              <a:solidFill>
                <a:srgbClr val="16447B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50"/>
                  <a:buFont typeface="Arial"/>
                  <a:buNone/>
                </a:pPr>
                <a:endParaRPr sz="1350" b="0" i="0" u="none" strike="noStrike" cap="none">
                  <a:solidFill>
                    <a:srgbClr val="000000"/>
                  </a:solidFill>
                  <a:latin typeface="Public Sans"/>
                  <a:ea typeface="Public Sans"/>
                  <a:cs typeface="Public Sans"/>
                  <a:sym typeface="Public Sans"/>
                </a:endParaRPr>
              </a:p>
            </p:txBody>
          </p:sp>
          <p:sp>
            <p:nvSpPr>
              <p:cNvPr id="1466" name="Google Shape;1466;p288"/>
              <p:cNvSpPr/>
              <p:nvPr/>
            </p:nvSpPr>
            <p:spPr>
              <a:xfrm>
                <a:off x="4193596" y="3003842"/>
                <a:ext cx="231288" cy="179328"/>
              </a:xfrm>
              <a:custGeom>
                <a:avLst/>
                <a:gdLst/>
                <a:ahLst/>
                <a:cxnLst/>
                <a:rect l="l" t="t" r="r" b="b"/>
                <a:pathLst>
                  <a:path w="810" h="628" extrusionOk="0">
                    <a:moveTo>
                      <a:pt x="98" y="0"/>
                    </a:moveTo>
                    <a:cubicBezTo>
                      <a:pt x="98" y="0"/>
                      <a:pt x="98" y="0"/>
                      <a:pt x="98" y="0"/>
                    </a:cubicBezTo>
                    <a:cubicBezTo>
                      <a:pt x="0" y="73"/>
                      <a:pt x="0" y="73"/>
                      <a:pt x="0" y="73"/>
                    </a:cubicBezTo>
                    <a:cubicBezTo>
                      <a:pt x="200" y="329"/>
                      <a:pt x="467" y="520"/>
                      <a:pt x="773" y="628"/>
                    </a:cubicBezTo>
                    <a:cubicBezTo>
                      <a:pt x="786" y="587"/>
                      <a:pt x="799" y="550"/>
                      <a:pt x="810" y="514"/>
                    </a:cubicBezTo>
                    <a:cubicBezTo>
                      <a:pt x="526" y="414"/>
                      <a:pt x="280" y="234"/>
                      <a:pt x="98" y="0"/>
                    </a:cubicBezTo>
                  </a:path>
                </a:pathLst>
              </a:custGeom>
              <a:solidFill>
                <a:srgbClr val="1B5295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50"/>
                  <a:buFont typeface="Arial"/>
                  <a:buNone/>
                </a:pPr>
                <a:endParaRPr sz="1350" b="0" i="0" u="none" strike="noStrike" cap="none">
                  <a:solidFill>
                    <a:srgbClr val="000000"/>
                  </a:solidFill>
                  <a:latin typeface="Public Sans"/>
                  <a:ea typeface="Public Sans"/>
                  <a:cs typeface="Public Sans"/>
                  <a:sym typeface="Public Sans"/>
                </a:endParaRPr>
              </a:p>
            </p:txBody>
          </p:sp>
          <p:sp>
            <p:nvSpPr>
              <p:cNvPr id="1467" name="Google Shape;1467;p288"/>
              <p:cNvSpPr/>
              <p:nvPr/>
            </p:nvSpPr>
            <p:spPr>
              <a:xfrm>
                <a:off x="4437686" y="3157542"/>
                <a:ext cx="269837" cy="52203"/>
              </a:xfrm>
              <a:custGeom>
                <a:avLst/>
                <a:gdLst/>
                <a:ahLst/>
                <a:cxnLst/>
                <a:rect l="l" t="t" r="r" b="b"/>
                <a:pathLst>
                  <a:path w="945" h="183" extrusionOk="0">
                    <a:moveTo>
                      <a:pt x="908" y="0"/>
                    </a:moveTo>
                    <a:cubicBezTo>
                      <a:pt x="768" y="41"/>
                      <a:pt x="621" y="63"/>
                      <a:pt x="469" y="63"/>
                    </a:cubicBezTo>
                    <a:cubicBezTo>
                      <a:pt x="319" y="63"/>
                      <a:pt x="175" y="42"/>
                      <a:pt x="38" y="2"/>
                    </a:cubicBezTo>
                    <a:cubicBezTo>
                      <a:pt x="38" y="2"/>
                      <a:pt x="38" y="2"/>
                      <a:pt x="38" y="2"/>
                    </a:cubicBezTo>
                    <a:cubicBezTo>
                      <a:pt x="0" y="121"/>
                      <a:pt x="0" y="121"/>
                      <a:pt x="0" y="121"/>
                    </a:cubicBezTo>
                    <a:cubicBezTo>
                      <a:pt x="159" y="162"/>
                      <a:pt x="317" y="183"/>
                      <a:pt x="472" y="183"/>
                    </a:cubicBezTo>
                    <a:cubicBezTo>
                      <a:pt x="635" y="183"/>
                      <a:pt x="795" y="159"/>
                      <a:pt x="945" y="113"/>
                    </a:cubicBezTo>
                    <a:cubicBezTo>
                      <a:pt x="933" y="74"/>
                      <a:pt x="920" y="36"/>
                      <a:pt x="908" y="0"/>
                    </a:cubicBezTo>
                    <a:cubicBezTo>
                      <a:pt x="908" y="0"/>
                      <a:pt x="908" y="0"/>
                      <a:pt x="908" y="0"/>
                    </a:cubicBezTo>
                  </a:path>
                </a:pathLst>
              </a:custGeom>
              <a:solidFill>
                <a:srgbClr val="D7D7D7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50"/>
                  <a:buFont typeface="Arial"/>
                  <a:buNone/>
                </a:pPr>
                <a:endParaRPr sz="1350" b="0" i="0" u="none" strike="noStrike" cap="none">
                  <a:solidFill>
                    <a:srgbClr val="000000"/>
                  </a:solidFill>
                  <a:latin typeface="Public Sans"/>
                  <a:ea typeface="Public Sans"/>
                  <a:cs typeface="Public Sans"/>
                  <a:sym typeface="Public Sans"/>
                </a:endParaRPr>
              </a:p>
            </p:txBody>
          </p:sp>
        </p:grpSp>
      </p:grpSp>
      <p:sp>
        <p:nvSpPr>
          <p:cNvPr id="1468" name="Google Shape;1468;p288"/>
          <p:cNvSpPr txBox="1">
            <a:spLocks noGrp="1"/>
          </p:cNvSpPr>
          <p:nvPr>
            <p:ph type="body" idx="1"/>
          </p:nvPr>
        </p:nvSpPr>
        <p:spPr>
          <a:xfrm>
            <a:off x="562709" y="1219593"/>
            <a:ext cx="2158088" cy="32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69" name="Google Shape;1469;p288"/>
          <p:cNvSpPr txBox="1">
            <a:spLocks noGrp="1"/>
          </p:cNvSpPr>
          <p:nvPr>
            <p:ph type="body" idx="2"/>
          </p:nvPr>
        </p:nvSpPr>
        <p:spPr>
          <a:xfrm>
            <a:off x="562709" y="1938083"/>
            <a:ext cx="2158088" cy="32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70" name="Google Shape;1470;p288"/>
          <p:cNvSpPr txBox="1">
            <a:spLocks noGrp="1"/>
          </p:cNvSpPr>
          <p:nvPr>
            <p:ph type="body" idx="3"/>
          </p:nvPr>
        </p:nvSpPr>
        <p:spPr>
          <a:xfrm>
            <a:off x="562709" y="3375063"/>
            <a:ext cx="2158088" cy="32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71" name="Google Shape;1471;p288"/>
          <p:cNvSpPr txBox="1">
            <a:spLocks noGrp="1"/>
          </p:cNvSpPr>
          <p:nvPr>
            <p:ph type="body" idx="4"/>
          </p:nvPr>
        </p:nvSpPr>
        <p:spPr>
          <a:xfrm>
            <a:off x="562709" y="4093553"/>
            <a:ext cx="2158088" cy="32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72" name="Google Shape;1472;p288"/>
          <p:cNvSpPr txBox="1">
            <a:spLocks noGrp="1"/>
          </p:cNvSpPr>
          <p:nvPr>
            <p:ph type="body" idx="5"/>
          </p:nvPr>
        </p:nvSpPr>
        <p:spPr>
          <a:xfrm>
            <a:off x="562709" y="2656573"/>
            <a:ext cx="2158088" cy="32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73" name="Google Shape;1473;p288"/>
          <p:cNvSpPr txBox="1">
            <a:spLocks noGrp="1"/>
          </p:cNvSpPr>
          <p:nvPr>
            <p:ph type="body" idx="6"/>
          </p:nvPr>
        </p:nvSpPr>
        <p:spPr>
          <a:xfrm>
            <a:off x="6420898" y="1219593"/>
            <a:ext cx="2158088" cy="32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74" name="Google Shape;1474;p288"/>
          <p:cNvSpPr txBox="1">
            <a:spLocks noGrp="1"/>
          </p:cNvSpPr>
          <p:nvPr>
            <p:ph type="body" idx="7"/>
          </p:nvPr>
        </p:nvSpPr>
        <p:spPr>
          <a:xfrm>
            <a:off x="6420898" y="1938083"/>
            <a:ext cx="2158088" cy="32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75" name="Google Shape;1475;p288"/>
          <p:cNvSpPr txBox="1">
            <a:spLocks noGrp="1"/>
          </p:cNvSpPr>
          <p:nvPr>
            <p:ph type="body" idx="8"/>
          </p:nvPr>
        </p:nvSpPr>
        <p:spPr>
          <a:xfrm>
            <a:off x="6420898" y="3375063"/>
            <a:ext cx="2158088" cy="32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76" name="Google Shape;1476;p288"/>
          <p:cNvSpPr txBox="1">
            <a:spLocks noGrp="1"/>
          </p:cNvSpPr>
          <p:nvPr>
            <p:ph type="body" idx="9"/>
          </p:nvPr>
        </p:nvSpPr>
        <p:spPr>
          <a:xfrm>
            <a:off x="6420898" y="4093553"/>
            <a:ext cx="2158088" cy="32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77" name="Google Shape;1477;p288"/>
          <p:cNvSpPr txBox="1">
            <a:spLocks noGrp="1"/>
          </p:cNvSpPr>
          <p:nvPr>
            <p:ph type="body" idx="13"/>
          </p:nvPr>
        </p:nvSpPr>
        <p:spPr>
          <a:xfrm>
            <a:off x="6420898" y="2656573"/>
            <a:ext cx="2158088" cy="32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1_Section title and description 22">
    <p:spTree>
      <p:nvGrpSpPr>
        <p:cNvPr id="1" name="Shape 1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9" name="Google Shape;1479;p289" descr="Shape&#10;&#10;Description automatically generated with low confidenc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3990" cy="5143494"/>
          </a:xfrm>
          <a:prstGeom prst="rect">
            <a:avLst/>
          </a:prstGeom>
          <a:noFill/>
          <a:ln>
            <a:noFill/>
          </a:ln>
        </p:spPr>
      </p:pic>
      <p:sp>
        <p:nvSpPr>
          <p:cNvPr id="1480" name="Google Shape;1480;p289"/>
          <p:cNvSpPr txBox="1">
            <a:spLocks noGrp="1"/>
          </p:cNvSpPr>
          <p:nvPr>
            <p:ph type="title"/>
          </p:nvPr>
        </p:nvSpPr>
        <p:spPr>
          <a:xfrm>
            <a:off x="135731" y="202405"/>
            <a:ext cx="7886700" cy="344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366A"/>
              </a:buClr>
              <a:buSzPts val="1700"/>
              <a:buFont typeface="Public Sans"/>
              <a:buNone/>
              <a:defRPr sz="1700" b="1" i="0" u="none" strike="noStrike" cap="none">
                <a:solidFill>
                  <a:srgbClr val="22366A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81" name="Google Shape;1481;p289"/>
          <p:cNvSpPr/>
          <p:nvPr/>
        </p:nvSpPr>
        <p:spPr>
          <a:xfrm>
            <a:off x="0" y="202405"/>
            <a:ext cx="135731" cy="344091"/>
          </a:xfrm>
          <a:prstGeom prst="rect">
            <a:avLst/>
          </a:prstGeom>
          <a:solidFill>
            <a:srgbClr val="22366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1_Caption 40">
    <p:spTree>
      <p:nvGrpSpPr>
        <p:cNvPr id="1" name="Shape 1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3" name="Google Shape;1483;p290" descr="Background pattern&#10;&#10;Description automatically generated"/>
          <p:cNvSpPr/>
          <p:nvPr/>
        </p:nvSpPr>
        <p:spPr>
          <a:xfrm>
            <a:off x="0" y="0"/>
            <a:ext cx="9144001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84" name="Google Shape;1484;p290" descr="Shape&#10;&#10;Description automatically generated with low confidenc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3990" cy="514349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85" name="Google Shape;1485;p290"/>
          <p:cNvGrpSpPr/>
          <p:nvPr/>
        </p:nvGrpSpPr>
        <p:grpSpPr>
          <a:xfrm>
            <a:off x="2263140" y="1653932"/>
            <a:ext cx="4747260" cy="830997"/>
            <a:chOff x="2263140" y="1779657"/>
            <a:chExt cx="4747260" cy="830997"/>
          </a:xfrm>
        </p:grpSpPr>
        <p:cxnSp>
          <p:nvCxnSpPr>
            <p:cNvPr id="1486" name="Google Shape;1486;p290"/>
            <p:cNvCxnSpPr/>
            <p:nvPr/>
          </p:nvCxnSpPr>
          <p:spPr>
            <a:xfrm>
              <a:off x="2263140" y="2042160"/>
              <a:ext cx="4747260" cy="0"/>
            </a:xfrm>
            <a:prstGeom prst="straightConnector1">
              <a:avLst/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487" name="Google Shape;1487;p290"/>
            <p:cNvSpPr txBox="1"/>
            <p:nvPr/>
          </p:nvSpPr>
          <p:spPr>
            <a:xfrm>
              <a:off x="4385310" y="1779657"/>
              <a:ext cx="502920" cy="830997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800"/>
                <a:buFont typeface="Arial"/>
                <a:buNone/>
              </a:pPr>
              <a:r>
                <a:rPr lang="en-US" sz="4800" b="1" i="1" u="none" strike="noStrike" cap="none">
                  <a:solidFill>
                    <a:schemeClr val="lt2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“</a:t>
              </a:r>
              <a:endParaRPr sz="4800" b="0" i="0" u="none" strike="noStrike" cap="none">
                <a:solidFill>
                  <a:schemeClr val="lt2"/>
                </a:solidFill>
                <a:latin typeface="Public Sans"/>
                <a:ea typeface="Public Sans"/>
                <a:cs typeface="Public Sans"/>
                <a:sym typeface="Public Sans"/>
              </a:endParaRPr>
            </a:p>
          </p:txBody>
        </p:sp>
      </p:grpSp>
      <p:sp>
        <p:nvSpPr>
          <p:cNvPr id="1488" name="Google Shape;1488;p290"/>
          <p:cNvSpPr txBox="1">
            <a:spLocks noGrp="1"/>
          </p:cNvSpPr>
          <p:nvPr>
            <p:ph type="body" idx="1"/>
          </p:nvPr>
        </p:nvSpPr>
        <p:spPr>
          <a:xfrm>
            <a:off x="571500" y="2107343"/>
            <a:ext cx="8001000" cy="132339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1" u="none" strike="noStrike" cap="none">
                <a:solidFill>
                  <a:schemeClr val="accent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1_Caption 41">
    <p:spTree>
      <p:nvGrpSpPr>
        <p:cNvPr id="1" name="Shape 1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0" name="Google Shape;1490;p291" descr="Background pattern&#10;&#10;Description automatically generated"/>
          <p:cNvSpPr/>
          <p:nvPr/>
        </p:nvSpPr>
        <p:spPr>
          <a:xfrm>
            <a:off x="0" y="0"/>
            <a:ext cx="9144001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91" name="Google Shape;1491;p291" descr="Shape&#10;&#10;Description automatically generated with low confidenc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3990" cy="514349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92" name="Google Shape;1492;p291"/>
          <p:cNvGrpSpPr/>
          <p:nvPr/>
        </p:nvGrpSpPr>
        <p:grpSpPr>
          <a:xfrm>
            <a:off x="2263140" y="1653932"/>
            <a:ext cx="4747260" cy="830997"/>
            <a:chOff x="2263140" y="1779657"/>
            <a:chExt cx="4747260" cy="830997"/>
          </a:xfrm>
        </p:grpSpPr>
        <p:cxnSp>
          <p:nvCxnSpPr>
            <p:cNvPr id="1493" name="Google Shape;1493;p291"/>
            <p:cNvCxnSpPr/>
            <p:nvPr/>
          </p:nvCxnSpPr>
          <p:spPr>
            <a:xfrm>
              <a:off x="2263140" y="2042160"/>
              <a:ext cx="4747260" cy="0"/>
            </a:xfrm>
            <a:prstGeom prst="straightConnector1">
              <a:avLst/>
            </a:prstGeom>
            <a:noFill/>
            <a:ln w="19050" cap="flat" cmpd="sng">
              <a:solidFill>
                <a:srgbClr val="50AFE6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494" name="Google Shape;1494;p291"/>
            <p:cNvSpPr txBox="1"/>
            <p:nvPr/>
          </p:nvSpPr>
          <p:spPr>
            <a:xfrm>
              <a:off x="4385310" y="1779657"/>
              <a:ext cx="502920" cy="830997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800"/>
                <a:buFont typeface="Arial"/>
                <a:buNone/>
              </a:pPr>
              <a:r>
                <a:rPr lang="en-US" sz="4800" b="1" i="1" u="none" strike="noStrike" cap="none">
                  <a:solidFill>
                    <a:srgbClr val="50AFE6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“</a:t>
              </a:r>
              <a:endParaRPr sz="4800" b="0" i="0" u="none" strike="noStrike" cap="none">
                <a:solidFill>
                  <a:srgbClr val="50AFE6"/>
                </a:solidFill>
                <a:latin typeface="Public Sans"/>
                <a:ea typeface="Public Sans"/>
                <a:cs typeface="Public Sans"/>
                <a:sym typeface="Public Sans"/>
              </a:endParaRPr>
            </a:p>
          </p:txBody>
        </p:sp>
      </p:grpSp>
      <p:sp>
        <p:nvSpPr>
          <p:cNvPr id="1495" name="Google Shape;1495;p291"/>
          <p:cNvSpPr txBox="1">
            <a:spLocks noGrp="1"/>
          </p:cNvSpPr>
          <p:nvPr>
            <p:ph type="body" idx="1"/>
          </p:nvPr>
        </p:nvSpPr>
        <p:spPr>
          <a:xfrm>
            <a:off x="571500" y="2107343"/>
            <a:ext cx="8001000" cy="132339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1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1_Caption 42">
    <p:spTree>
      <p:nvGrpSpPr>
        <p:cNvPr id="1" name="Shape 1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7" name="Google Shape;1497;p292" descr="Background pattern&#10;&#10;Description automatically generated"/>
          <p:cNvSpPr/>
          <p:nvPr/>
        </p:nvSpPr>
        <p:spPr>
          <a:xfrm>
            <a:off x="0" y="0"/>
            <a:ext cx="9144001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98" name="Google Shape;1498;p292" descr="Shape&#10;&#10;Description automatically generated with low confidenc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3990" cy="514349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99" name="Google Shape;1499;p292"/>
          <p:cNvGrpSpPr/>
          <p:nvPr/>
        </p:nvGrpSpPr>
        <p:grpSpPr>
          <a:xfrm>
            <a:off x="2263140" y="1653932"/>
            <a:ext cx="4747260" cy="830997"/>
            <a:chOff x="2263140" y="1779657"/>
            <a:chExt cx="4747260" cy="830997"/>
          </a:xfrm>
        </p:grpSpPr>
        <p:cxnSp>
          <p:nvCxnSpPr>
            <p:cNvPr id="1500" name="Google Shape;1500;p292"/>
            <p:cNvCxnSpPr/>
            <p:nvPr/>
          </p:nvCxnSpPr>
          <p:spPr>
            <a:xfrm>
              <a:off x="2263140" y="2042160"/>
              <a:ext cx="4747260" cy="0"/>
            </a:xfrm>
            <a:prstGeom prst="straightConnector1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501" name="Google Shape;1501;p292"/>
            <p:cNvSpPr txBox="1"/>
            <p:nvPr/>
          </p:nvSpPr>
          <p:spPr>
            <a:xfrm>
              <a:off x="4385310" y="1779657"/>
              <a:ext cx="502920" cy="830997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800"/>
                <a:buFont typeface="Arial"/>
                <a:buNone/>
              </a:pPr>
              <a:r>
                <a:rPr lang="en-US" sz="4800" b="1" i="1" u="none" strike="noStrike" cap="none">
                  <a:solidFill>
                    <a:schemeClr val="accent2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“</a:t>
              </a:r>
              <a:endParaRPr sz="4800" b="0" i="0" u="none" strike="noStrike" cap="none">
                <a:solidFill>
                  <a:schemeClr val="accent2"/>
                </a:solidFill>
                <a:latin typeface="Public Sans"/>
                <a:ea typeface="Public Sans"/>
                <a:cs typeface="Public Sans"/>
                <a:sym typeface="Public Sans"/>
              </a:endParaRPr>
            </a:p>
          </p:txBody>
        </p:sp>
      </p:grpSp>
      <p:sp>
        <p:nvSpPr>
          <p:cNvPr id="1502" name="Google Shape;1502;p292"/>
          <p:cNvSpPr txBox="1">
            <a:spLocks noGrp="1"/>
          </p:cNvSpPr>
          <p:nvPr>
            <p:ph type="body" idx="1"/>
          </p:nvPr>
        </p:nvSpPr>
        <p:spPr>
          <a:xfrm>
            <a:off x="571500" y="2107343"/>
            <a:ext cx="8001000" cy="132339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1" u="none" strike="noStrike" cap="none">
                <a:solidFill>
                  <a:schemeClr val="accent3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1_Caption 43">
    <p:spTree>
      <p:nvGrpSpPr>
        <p:cNvPr id="1" name="Shape 1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4" name="Google Shape;1504;p293" descr="Background pattern&#10;&#10;Description automatically generated"/>
          <p:cNvSpPr/>
          <p:nvPr/>
        </p:nvSpPr>
        <p:spPr>
          <a:xfrm>
            <a:off x="0" y="0"/>
            <a:ext cx="9144001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05" name="Google Shape;1505;p293" descr="Shape&#10;&#10;Description automatically generated with low confidenc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3990" cy="514349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06" name="Google Shape;1506;p293"/>
          <p:cNvGrpSpPr/>
          <p:nvPr/>
        </p:nvGrpSpPr>
        <p:grpSpPr>
          <a:xfrm>
            <a:off x="1403060" y="1183590"/>
            <a:ext cx="6337881" cy="1569620"/>
            <a:chOff x="1492092" y="1002130"/>
            <a:chExt cx="6337881" cy="1569620"/>
          </a:xfrm>
        </p:grpSpPr>
        <p:cxnSp>
          <p:nvCxnSpPr>
            <p:cNvPr id="1507" name="Google Shape;1507;p293"/>
            <p:cNvCxnSpPr/>
            <p:nvPr/>
          </p:nvCxnSpPr>
          <p:spPr>
            <a:xfrm>
              <a:off x="1492092" y="1449493"/>
              <a:ext cx="6337881" cy="0"/>
            </a:xfrm>
            <a:prstGeom prst="straightConnector1">
              <a:avLst/>
            </a:prstGeom>
            <a:noFill/>
            <a:ln w="12700" cap="flat" cmpd="sng">
              <a:solidFill>
                <a:srgbClr val="D8D8D8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508" name="Google Shape;1508;p293"/>
            <p:cNvSpPr txBox="1"/>
            <p:nvPr/>
          </p:nvSpPr>
          <p:spPr>
            <a:xfrm>
              <a:off x="4302597" y="1002130"/>
              <a:ext cx="716871" cy="156962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rPr lang="en-US" sz="9600" b="0" i="0" u="none" strike="noStrike" cap="none">
                  <a:solidFill>
                    <a:schemeClr val="accent4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“</a:t>
              </a:r>
              <a:endParaRPr sz="9600" b="0" i="0" u="none" strike="noStrike" cap="none">
                <a:solidFill>
                  <a:schemeClr val="accent4"/>
                </a:solidFill>
                <a:latin typeface="Public Sans"/>
                <a:ea typeface="Public Sans"/>
                <a:cs typeface="Public Sans"/>
                <a:sym typeface="Public Sans"/>
              </a:endParaRPr>
            </a:p>
          </p:txBody>
        </p:sp>
      </p:grpSp>
      <p:grpSp>
        <p:nvGrpSpPr>
          <p:cNvPr id="1509" name="Google Shape;1509;p293"/>
          <p:cNvGrpSpPr/>
          <p:nvPr/>
        </p:nvGrpSpPr>
        <p:grpSpPr>
          <a:xfrm>
            <a:off x="1492092" y="3662045"/>
            <a:ext cx="6159817" cy="71120"/>
            <a:chOff x="2145983" y="2931954"/>
            <a:chExt cx="6159817" cy="71120"/>
          </a:xfrm>
        </p:grpSpPr>
        <p:sp>
          <p:nvSpPr>
            <p:cNvPr id="1510" name="Google Shape;1510;p293"/>
            <p:cNvSpPr/>
            <p:nvPr/>
          </p:nvSpPr>
          <p:spPr>
            <a:xfrm>
              <a:off x="2145983" y="2931954"/>
              <a:ext cx="6159817" cy="7112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endParaRPr>
            </a:p>
          </p:txBody>
        </p:sp>
        <p:sp>
          <p:nvSpPr>
            <p:cNvPr id="1511" name="Google Shape;1511;p293"/>
            <p:cNvSpPr/>
            <p:nvPr/>
          </p:nvSpPr>
          <p:spPr>
            <a:xfrm>
              <a:off x="3869954" y="2931954"/>
              <a:ext cx="2711874" cy="71120"/>
            </a:xfrm>
            <a:prstGeom prst="roundRect">
              <a:avLst>
                <a:gd name="adj" fmla="val 50000"/>
              </a:avLst>
            </a:prstGeom>
            <a:solidFill>
              <a:srgbClr val="50AFE6"/>
            </a:solidFill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endParaRPr>
            </a:p>
          </p:txBody>
        </p:sp>
      </p:grpSp>
      <p:sp>
        <p:nvSpPr>
          <p:cNvPr id="1512" name="Google Shape;1512;p293"/>
          <p:cNvSpPr txBox="1">
            <a:spLocks noGrp="1"/>
          </p:cNvSpPr>
          <p:nvPr>
            <p:ph type="body" idx="1"/>
          </p:nvPr>
        </p:nvSpPr>
        <p:spPr>
          <a:xfrm>
            <a:off x="571500" y="2030343"/>
            <a:ext cx="8001000" cy="132339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1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1_Caption 44">
    <p:spTree>
      <p:nvGrpSpPr>
        <p:cNvPr id="1" name="Shape 1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14" name="Google Shape;1514;p294"/>
          <p:cNvGrpSpPr/>
          <p:nvPr/>
        </p:nvGrpSpPr>
        <p:grpSpPr>
          <a:xfrm>
            <a:off x="444" y="0"/>
            <a:ext cx="9143556" cy="5143500"/>
            <a:chOff x="444" y="317809"/>
            <a:chExt cx="9143556" cy="5143500"/>
          </a:xfrm>
        </p:grpSpPr>
        <p:pic>
          <p:nvPicPr>
            <p:cNvPr id="1515" name="Google Shape;1515;p294" descr="Surface chart&#10;&#10;Description automatically generated with low confidence"/>
            <p:cNvPicPr preferRelativeResize="0"/>
            <p:nvPr/>
          </p:nvPicPr>
          <p:blipFill rotWithShape="1">
            <a:blip r:embed="rId2">
              <a:alphaModFix amt="50000"/>
            </a:blip>
            <a:srcRect/>
            <a:stretch/>
          </p:blipFill>
          <p:spPr>
            <a:xfrm>
              <a:off x="444" y="317809"/>
              <a:ext cx="9143111" cy="5143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16" name="Google Shape;1516;p294" descr="Surface chart&#10;&#10;Description automatically generated with low confidence"/>
            <p:cNvPicPr preferRelativeResize="0"/>
            <p:nvPr/>
          </p:nvPicPr>
          <p:blipFill rotWithShape="1">
            <a:blip r:embed="rId2">
              <a:alphaModFix amt="50000"/>
            </a:blip>
            <a:srcRect/>
            <a:stretch/>
          </p:blipFill>
          <p:spPr>
            <a:xfrm>
              <a:off x="889" y="317809"/>
              <a:ext cx="9143111" cy="51435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517" name="Google Shape;1517;p294" descr="Shape&#10;&#10;Description automatically generated with low confidenc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3990" cy="514349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18" name="Google Shape;1518;p294"/>
          <p:cNvGrpSpPr/>
          <p:nvPr/>
        </p:nvGrpSpPr>
        <p:grpSpPr>
          <a:xfrm>
            <a:off x="904073" y="1547578"/>
            <a:ext cx="7494347" cy="2133815"/>
            <a:chOff x="822793" y="1506938"/>
            <a:chExt cx="7494347" cy="2133815"/>
          </a:xfrm>
        </p:grpSpPr>
        <p:sp>
          <p:nvSpPr>
            <p:cNvPr id="1519" name="Google Shape;1519;p294"/>
            <p:cNvSpPr/>
            <p:nvPr/>
          </p:nvSpPr>
          <p:spPr>
            <a:xfrm rot="-60000">
              <a:off x="949529" y="1680211"/>
              <a:ext cx="7351622" cy="1896534"/>
            </a:xfrm>
            <a:custGeom>
              <a:avLst/>
              <a:gdLst/>
              <a:ahLst/>
              <a:cxnLst/>
              <a:rect l="l" t="t" r="r" b="b"/>
              <a:pathLst>
                <a:path w="4244340" h="1363980" extrusionOk="0">
                  <a:moveTo>
                    <a:pt x="0" y="0"/>
                  </a:moveTo>
                  <a:lnTo>
                    <a:pt x="4244340" y="0"/>
                  </a:lnTo>
                  <a:lnTo>
                    <a:pt x="4008120" y="1363980"/>
                  </a:lnTo>
                  <a:lnTo>
                    <a:pt x="213360" y="13639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0AFE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endParaRPr>
            </a:p>
          </p:txBody>
        </p:sp>
        <p:grpSp>
          <p:nvGrpSpPr>
            <p:cNvPr id="1520" name="Google Shape;1520;p294"/>
            <p:cNvGrpSpPr/>
            <p:nvPr/>
          </p:nvGrpSpPr>
          <p:grpSpPr>
            <a:xfrm>
              <a:off x="822793" y="1506938"/>
              <a:ext cx="7391734" cy="1999241"/>
              <a:chOff x="1565910" y="1469735"/>
              <a:chExt cx="6079542" cy="2048377"/>
            </a:xfrm>
          </p:grpSpPr>
          <p:sp>
            <p:nvSpPr>
              <p:cNvPr id="1521" name="Google Shape;1521;p294"/>
              <p:cNvSpPr/>
              <p:nvPr/>
            </p:nvSpPr>
            <p:spPr>
              <a:xfrm rot="-60000">
                <a:off x="1582406" y="1522350"/>
                <a:ext cx="6046550" cy="1943146"/>
              </a:xfrm>
              <a:custGeom>
                <a:avLst/>
                <a:gdLst/>
                <a:ahLst/>
                <a:cxnLst/>
                <a:rect l="l" t="t" r="r" b="b"/>
                <a:pathLst>
                  <a:path w="4244340" h="1363980" extrusionOk="0">
                    <a:moveTo>
                      <a:pt x="0" y="0"/>
                    </a:moveTo>
                    <a:lnTo>
                      <a:pt x="4244340" y="0"/>
                    </a:lnTo>
                    <a:lnTo>
                      <a:pt x="4008120" y="1363980"/>
                    </a:lnTo>
                    <a:lnTo>
                      <a:pt x="213360" y="136398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Public Sans"/>
                  <a:ea typeface="Public Sans"/>
                  <a:cs typeface="Public Sans"/>
                  <a:sym typeface="Public Sans"/>
                </a:endParaRPr>
              </a:p>
            </p:txBody>
          </p:sp>
          <p:sp>
            <p:nvSpPr>
              <p:cNvPr id="1522" name="Google Shape;1522;p294"/>
              <p:cNvSpPr/>
              <p:nvPr/>
            </p:nvSpPr>
            <p:spPr>
              <a:xfrm rot="60000">
                <a:off x="1629759" y="1537568"/>
                <a:ext cx="5951844" cy="1912711"/>
              </a:xfrm>
              <a:custGeom>
                <a:avLst/>
                <a:gdLst/>
                <a:ahLst/>
                <a:cxnLst/>
                <a:rect l="l" t="t" r="r" b="b"/>
                <a:pathLst>
                  <a:path w="4244340" h="1363980" extrusionOk="0">
                    <a:moveTo>
                      <a:pt x="0" y="0"/>
                    </a:moveTo>
                    <a:lnTo>
                      <a:pt x="4244340" y="0"/>
                    </a:lnTo>
                    <a:lnTo>
                      <a:pt x="4008120" y="1363980"/>
                    </a:lnTo>
                    <a:lnTo>
                      <a:pt x="213360" y="136398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9050" cap="flat" cmpd="sng">
                <a:solidFill>
                  <a:srgbClr val="D8D8D8"/>
                </a:solidFill>
                <a:prstDash val="dash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Public Sans"/>
                  <a:ea typeface="Public Sans"/>
                  <a:cs typeface="Public Sans"/>
                  <a:sym typeface="Public Sans"/>
                </a:endParaRPr>
              </a:p>
            </p:txBody>
          </p:sp>
        </p:grpSp>
      </p:grpSp>
      <p:sp>
        <p:nvSpPr>
          <p:cNvPr id="1523" name="Google Shape;1523;p294"/>
          <p:cNvSpPr txBox="1">
            <a:spLocks noGrp="1"/>
          </p:cNvSpPr>
          <p:nvPr>
            <p:ph type="body" idx="1"/>
          </p:nvPr>
        </p:nvSpPr>
        <p:spPr>
          <a:xfrm>
            <a:off x="1644519" y="2152045"/>
            <a:ext cx="6017522" cy="8183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1" i="1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1_Caption 45">
    <p:spTree>
      <p:nvGrpSpPr>
        <p:cNvPr id="1" name="Shape 1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25" name="Google Shape;1525;p295"/>
          <p:cNvGrpSpPr/>
          <p:nvPr/>
        </p:nvGrpSpPr>
        <p:grpSpPr>
          <a:xfrm>
            <a:off x="444" y="0"/>
            <a:ext cx="9143556" cy="5143500"/>
            <a:chOff x="444" y="317809"/>
            <a:chExt cx="9143556" cy="5143500"/>
          </a:xfrm>
        </p:grpSpPr>
        <p:pic>
          <p:nvPicPr>
            <p:cNvPr id="1526" name="Google Shape;1526;p295" descr="Surface chart&#10;&#10;Description automatically generated with low confidence"/>
            <p:cNvPicPr preferRelativeResize="0"/>
            <p:nvPr/>
          </p:nvPicPr>
          <p:blipFill rotWithShape="1">
            <a:blip r:embed="rId2">
              <a:alphaModFix amt="50000"/>
            </a:blip>
            <a:srcRect/>
            <a:stretch/>
          </p:blipFill>
          <p:spPr>
            <a:xfrm>
              <a:off x="444" y="317809"/>
              <a:ext cx="9143111" cy="5143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27" name="Google Shape;1527;p295" descr="Surface chart&#10;&#10;Description automatically generated with low confidence"/>
            <p:cNvPicPr preferRelativeResize="0"/>
            <p:nvPr/>
          </p:nvPicPr>
          <p:blipFill rotWithShape="1">
            <a:blip r:embed="rId2">
              <a:alphaModFix amt="50000"/>
            </a:blip>
            <a:srcRect/>
            <a:stretch/>
          </p:blipFill>
          <p:spPr>
            <a:xfrm>
              <a:off x="889" y="317809"/>
              <a:ext cx="9143111" cy="51435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528" name="Google Shape;1528;p295" descr="Shape&#10;&#10;Description automatically generated with low confidenc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3990" cy="514349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29" name="Google Shape;1529;p295"/>
          <p:cNvGrpSpPr/>
          <p:nvPr/>
        </p:nvGrpSpPr>
        <p:grpSpPr>
          <a:xfrm>
            <a:off x="904073" y="1547578"/>
            <a:ext cx="7494347" cy="2133815"/>
            <a:chOff x="822793" y="1506938"/>
            <a:chExt cx="7494347" cy="2133815"/>
          </a:xfrm>
        </p:grpSpPr>
        <p:sp>
          <p:nvSpPr>
            <p:cNvPr id="1530" name="Google Shape;1530;p295"/>
            <p:cNvSpPr/>
            <p:nvPr/>
          </p:nvSpPr>
          <p:spPr>
            <a:xfrm rot="-60000">
              <a:off x="949529" y="1680211"/>
              <a:ext cx="7351622" cy="1896534"/>
            </a:xfrm>
            <a:custGeom>
              <a:avLst/>
              <a:gdLst/>
              <a:ahLst/>
              <a:cxnLst/>
              <a:rect l="l" t="t" r="r" b="b"/>
              <a:pathLst>
                <a:path w="4244340" h="1363980" extrusionOk="0">
                  <a:moveTo>
                    <a:pt x="0" y="0"/>
                  </a:moveTo>
                  <a:lnTo>
                    <a:pt x="4244340" y="0"/>
                  </a:lnTo>
                  <a:lnTo>
                    <a:pt x="4008120" y="1363980"/>
                  </a:lnTo>
                  <a:lnTo>
                    <a:pt x="213360" y="13639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99ED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endParaRPr>
            </a:p>
          </p:txBody>
        </p:sp>
        <p:grpSp>
          <p:nvGrpSpPr>
            <p:cNvPr id="1531" name="Google Shape;1531;p295"/>
            <p:cNvGrpSpPr/>
            <p:nvPr/>
          </p:nvGrpSpPr>
          <p:grpSpPr>
            <a:xfrm>
              <a:off x="822793" y="1506938"/>
              <a:ext cx="7391734" cy="1999241"/>
              <a:chOff x="1565910" y="1469735"/>
              <a:chExt cx="6079542" cy="2048377"/>
            </a:xfrm>
          </p:grpSpPr>
          <p:sp>
            <p:nvSpPr>
              <p:cNvPr id="1532" name="Google Shape;1532;p295"/>
              <p:cNvSpPr/>
              <p:nvPr/>
            </p:nvSpPr>
            <p:spPr>
              <a:xfrm rot="-60000">
                <a:off x="1582406" y="1522350"/>
                <a:ext cx="6046550" cy="1943146"/>
              </a:xfrm>
              <a:custGeom>
                <a:avLst/>
                <a:gdLst/>
                <a:ahLst/>
                <a:cxnLst/>
                <a:rect l="l" t="t" r="r" b="b"/>
                <a:pathLst>
                  <a:path w="4244340" h="1363980" extrusionOk="0">
                    <a:moveTo>
                      <a:pt x="0" y="0"/>
                    </a:moveTo>
                    <a:lnTo>
                      <a:pt x="4244340" y="0"/>
                    </a:lnTo>
                    <a:lnTo>
                      <a:pt x="4008120" y="1363980"/>
                    </a:lnTo>
                    <a:lnTo>
                      <a:pt x="213360" y="136398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Public Sans"/>
                  <a:ea typeface="Public Sans"/>
                  <a:cs typeface="Public Sans"/>
                  <a:sym typeface="Public Sans"/>
                </a:endParaRPr>
              </a:p>
            </p:txBody>
          </p:sp>
          <p:sp>
            <p:nvSpPr>
              <p:cNvPr id="1533" name="Google Shape;1533;p295"/>
              <p:cNvSpPr/>
              <p:nvPr/>
            </p:nvSpPr>
            <p:spPr>
              <a:xfrm rot="60000">
                <a:off x="1629759" y="1537568"/>
                <a:ext cx="5951844" cy="1912711"/>
              </a:xfrm>
              <a:custGeom>
                <a:avLst/>
                <a:gdLst/>
                <a:ahLst/>
                <a:cxnLst/>
                <a:rect l="l" t="t" r="r" b="b"/>
                <a:pathLst>
                  <a:path w="4244340" h="1363980" extrusionOk="0">
                    <a:moveTo>
                      <a:pt x="0" y="0"/>
                    </a:moveTo>
                    <a:lnTo>
                      <a:pt x="4244340" y="0"/>
                    </a:lnTo>
                    <a:lnTo>
                      <a:pt x="4008120" y="1363980"/>
                    </a:lnTo>
                    <a:lnTo>
                      <a:pt x="213360" y="136398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9050" cap="flat" cmpd="sng">
                <a:solidFill>
                  <a:srgbClr val="D8D8D8"/>
                </a:solidFill>
                <a:prstDash val="dash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Public Sans"/>
                  <a:ea typeface="Public Sans"/>
                  <a:cs typeface="Public Sans"/>
                  <a:sym typeface="Public Sans"/>
                </a:endParaRPr>
              </a:p>
            </p:txBody>
          </p:sp>
        </p:grpSp>
      </p:grpSp>
      <p:sp>
        <p:nvSpPr>
          <p:cNvPr id="1534" name="Google Shape;1534;p295"/>
          <p:cNvSpPr txBox="1">
            <a:spLocks noGrp="1"/>
          </p:cNvSpPr>
          <p:nvPr>
            <p:ph type="body" idx="1"/>
          </p:nvPr>
        </p:nvSpPr>
        <p:spPr>
          <a:xfrm>
            <a:off x="1644519" y="2152045"/>
            <a:ext cx="6017522" cy="8183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1" i="1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1_Caption 46">
    <p:spTree>
      <p:nvGrpSpPr>
        <p:cNvPr id="1" name="Shape 1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36" name="Google Shape;1536;p296"/>
          <p:cNvGrpSpPr/>
          <p:nvPr/>
        </p:nvGrpSpPr>
        <p:grpSpPr>
          <a:xfrm>
            <a:off x="444" y="0"/>
            <a:ext cx="9143556" cy="5143500"/>
            <a:chOff x="444" y="317809"/>
            <a:chExt cx="9143556" cy="5143500"/>
          </a:xfrm>
        </p:grpSpPr>
        <p:pic>
          <p:nvPicPr>
            <p:cNvPr id="1537" name="Google Shape;1537;p296" descr="Surface chart&#10;&#10;Description automatically generated with low confidence"/>
            <p:cNvPicPr preferRelativeResize="0"/>
            <p:nvPr/>
          </p:nvPicPr>
          <p:blipFill rotWithShape="1">
            <a:blip r:embed="rId2">
              <a:alphaModFix amt="50000"/>
            </a:blip>
            <a:srcRect/>
            <a:stretch/>
          </p:blipFill>
          <p:spPr>
            <a:xfrm>
              <a:off x="444" y="317809"/>
              <a:ext cx="9143111" cy="5143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38" name="Google Shape;1538;p296" descr="Surface chart&#10;&#10;Description automatically generated with low confidence"/>
            <p:cNvPicPr preferRelativeResize="0"/>
            <p:nvPr/>
          </p:nvPicPr>
          <p:blipFill rotWithShape="1">
            <a:blip r:embed="rId2">
              <a:alphaModFix amt="50000"/>
            </a:blip>
            <a:srcRect/>
            <a:stretch/>
          </p:blipFill>
          <p:spPr>
            <a:xfrm>
              <a:off x="889" y="317809"/>
              <a:ext cx="9143111" cy="51435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539" name="Google Shape;1539;p296" descr="Shape&#10;&#10;Description automatically generated with low confidenc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3990" cy="514349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40" name="Google Shape;1540;p296"/>
          <p:cNvGrpSpPr/>
          <p:nvPr/>
        </p:nvGrpSpPr>
        <p:grpSpPr>
          <a:xfrm>
            <a:off x="904073" y="1547578"/>
            <a:ext cx="7494347" cy="2133815"/>
            <a:chOff x="822793" y="1506938"/>
            <a:chExt cx="7494347" cy="2133815"/>
          </a:xfrm>
        </p:grpSpPr>
        <p:sp>
          <p:nvSpPr>
            <p:cNvPr id="1541" name="Google Shape;1541;p296"/>
            <p:cNvSpPr/>
            <p:nvPr/>
          </p:nvSpPr>
          <p:spPr>
            <a:xfrm rot="-60000">
              <a:off x="949529" y="1680211"/>
              <a:ext cx="7351622" cy="1896534"/>
            </a:xfrm>
            <a:custGeom>
              <a:avLst/>
              <a:gdLst/>
              <a:ahLst/>
              <a:cxnLst/>
              <a:rect l="l" t="t" r="r" b="b"/>
              <a:pathLst>
                <a:path w="4244340" h="1363980" extrusionOk="0">
                  <a:moveTo>
                    <a:pt x="0" y="0"/>
                  </a:moveTo>
                  <a:lnTo>
                    <a:pt x="4244340" y="0"/>
                  </a:lnTo>
                  <a:lnTo>
                    <a:pt x="4008120" y="1363980"/>
                  </a:lnTo>
                  <a:lnTo>
                    <a:pt x="213360" y="13639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D873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endParaRPr>
            </a:p>
          </p:txBody>
        </p:sp>
        <p:grpSp>
          <p:nvGrpSpPr>
            <p:cNvPr id="1542" name="Google Shape;1542;p296"/>
            <p:cNvGrpSpPr/>
            <p:nvPr/>
          </p:nvGrpSpPr>
          <p:grpSpPr>
            <a:xfrm>
              <a:off x="822793" y="1506938"/>
              <a:ext cx="7391734" cy="1999241"/>
              <a:chOff x="1565910" y="1469735"/>
              <a:chExt cx="6079542" cy="2048377"/>
            </a:xfrm>
          </p:grpSpPr>
          <p:sp>
            <p:nvSpPr>
              <p:cNvPr id="1543" name="Google Shape;1543;p296"/>
              <p:cNvSpPr/>
              <p:nvPr/>
            </p:nvSpPr>
            <p:spPr>
              <a:xfrm rot="-60000">
                <a:off x="1582406" y="1522350"/>
                <a:ext cx="6046550" cy="1943146"/>
              </a:xfrm>
              <a:custGeom>
                <a:avLst/>
                <a:gdLst/>
                <a:ahLst/>
                <a:cxnLst/>
                <a:rect l="l" t="t" r="r" b="b"/>
                <a:pathLst>
                  <a:path w="4244340" h="1363980" extrusionOk="0">
                    <a:moveTo>
                      <a:pt x="0" y="0"/>
                    </a:moveTo>
                    <a:lnTo>
                      <a:pt x="4244340" y="0"/>
                    </a:lnTo>
                    <a:lnTo>
                      <a:pt x="4008120" y="1363980"/>
                    </a:lnTo>
                    <a:lnTo>
                      <a:pt x="213360" y="136398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Public Sans"/>
                  <a:ea typeface="Public Sans"/>
                  <a:cs typeface="Public Sans"/>
                  <a:sym typeface="Public Sans"/>
                </a:endParaRPr>
              </a:p>
            </p:txBody>
          </p:sp>
          <p:sp>
            <p:nvSpPr>
              <p:cNvPr id="1544" name="Google Shape;1544;p296"/>
              <p:cNvSpPr/>
              <p:nvPr/>
            </p:nvSpPr>
            <p:spPr>
              <a:xfrm rot="60000">
                <a:off x="1629759" y="1537568"/>
                <a:ext cx="5951844" cy="1912711"/>
              </a:xfrm>
              <a:custGeom>
                <a:avLst/>
                <a:gdLst/>
                <a:ahLst/>
                <a:cxnLst/>
                <a:rect l="l" t="t" r="r" b="b"/>
                <a:pathLst>
                  <a:path w="4244340" h="1363980" extrusionOk="0">
                    <a:moveTo>
                      <a:pt x="0" y="0"/>
                    </a:moveTo>
                    <a:lnTo>
                      <a:pt x="4244340" y="0"/>
                    </a:lnTo>
                    <a:lnTo>
                      <a:pt x="4008120" y="1363980"/>
                    </a:lnTo>
                    <a:lnTo>
                      <a:pt x="213360" y="136398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9050" cap="flat" cmpd="sng">
                <a:solidFill>
                  <a:srgbClr val="D8D8D8"/>
                </a:solidFill>
                <a:prstDash val="dash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Public Sans"/>
                  <a:ea typeface="Public Sans"/>
                  <a:cs typeface="Public Sans"/>
                  <a:sym typeface="Public Sans"/>
                </a:endParaRPr>
              </a:p>
            </p:txBody>
          </p:sp>
        </p:grpSp>
      </p:grpSp>
      <p:sp>
        <p:nvSpPr>
          <p:cNvPr id="1545" name="Google Shape;1545;p296"/>
          <p:cNvSpPr txBox="1">
            <a:spLocks noGrp="1"/>
          </p:cNvSpPr>
          <p:nvPr>
            <p:ph type="body" idx="1"/>
          </p:nvPr>
        </p:nvSpPr>
        <p:spPr>
          <a:xfrm>
            <a:off x="1644519" y="2152045"/>
            <a:ext cx="6017522" cy="8183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1" i="1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1_Caption 47">
    <p:spTree>
      <p:nvGrpSpPr>
        <p:cNvPr id="1" name="Shape 1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47" name="Google Shape;1547;p297"/>
          <p:cNvGrpSpPr/>
          <p:nvPr/>
        </p:nvGrpSpPr>
        <p:grpSpPr>
          <a:xfrm>
            <a:off x="444" y="0"/>
            <a:ext cx="9143556" cy="5143500"/>
            <a:chOff x="444" y="317809"/>
            <a:chExt cx="9143556" cy="5143500"/>
          </a:xfrm>
        </p:grpSpPr>
        <p:pic>
          <p:nvPicPr>
            <p:cNvPr id="1548" name="Google Shape;1548;p297" descr="Surface chart&#10;&#10;Description automatically generated with low confidence"/>
            <p:cNvPicPr preferRelativeResize="0"/>
            <p:nvPr/>
          </p:nvPicPr>
          <p:blipFill rotWithShape="1">
            <a:blip r:embed="rId2">
              <a:alphaModFix amt="50000"/>
            </a:blip>
            <a:srcRect/>
            <a:stretch/>
          </p:blipFill>
          <p:spPr>
            <a:xfrm>
              <a:off x="444" y="317809"/>
              <a:ext cx="9143111" cy="5143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49" name="Google Shape;1549;p297" descr="Surface chart&#10;&#10;Description automatically generated with low confidence"/>
            <p:cNvPicPr preferRelativeResize="0"/>
            <p:nvPr/>
          </p:nvPicPr>
          <p:blipFill rotWithShape="1">
            <a:blip r:embed="rId2">
              <a:alphaModFix amt="50000"/>
            </a:blip>
            <a:srcRect/>
            <a:stretch/>
          </p:blipFill>
          <p:spPr>
            <a:xfrm>
              <a:off x="889" y="317809"/>
              <a:ext cx="9143111" cy="51435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550" name="Google Shape;1550;p297" descr="Shape&#10;&#10;Description automatically generated with low confidenc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3990" cy="5143494"/>
          </a:xfrm>
          <a:prstGeom prst="rect">
            <a:avLst/>
          </a:prstGeom>
          <a:noFill/>
          <a:ln>
            <a:noFill/>
          </a:ln>
        </p:spPr>
      </p:pic>
      <p:sp>
        <p:nvSpPr>
          <p:cNvPr id="1551" name="Google Shape;1551;p297"/>
          <p:cNvSpPr/>
          <p:nvPr/>
        </p:nvSpPr>
        <p:spPr>
          <a:xfrm>
            <a:off x="1893911" y="1825943"/>
            <a:ext cx="5027524" cy="1212468"/>
          </a:xfrm>
          <a:prstGeom prst="roundRect">
            <a:avLst>
              <a:gd name="adj" fmla="val 16667"/>
            </a:avLst>
          </a:prstGeom>
          <a:noFill/>
          <a:ln w="254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552" name="Google Shape;1552;p297"/>
          <p:cNvSpPr/>
          <p:nvPr/>
        </p:nvSpPr>
        <p:spPr>
          <a:xfrm>
            <a:off x="2222565" y="2127950"/>
            <a:ext cx="5027524" cy="1212468"/>
          </a:xfrm>
          <a:prstGeom prst="roundRect">
            <a:avLst>
              <a:gd name="adj" fmla="val 16667"/>
            </a:avLst>
          </a:prstGeom>
          <a:noFill/>
          <a:ln w="254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553" name="Google Shape;1553;p297"/>
          <p:cNvSpPr/>
          <p:nvPr/>
        </p:nvSpPr>
        <p:spPr>
          <a:xfrm>
            <a:off x="2058238" y="1976946"/>
            <a:ext cx="5027524" cy="1212468"/>
          </a:xfrm>
          <a:prstGeom prst="roundRect">
            <a:avLst>
              <a:gd name="adj" fmla="val 16667"/>
            </a:avLst>
          </a:prstGeom>
          <a:solidFill>
            <a:srgbClr val="F2F2F2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grpSp>
        <p:nvGrpSpPr>
          <p:cNvPr id="1554" name="Google Shape;1554;p297"/>
          <p:cNvGrpSpPr/>
          <p:nvPr/>
        </p:nvGrpSpPr>
        <p:grpSpPr>
          <a:xfrm>
            <a:off x="1985011" y="1602036"/>
            <a:ext cx="502919" cy="45719"/>
            <a:chOff x="1985011" y="1602036"/>
            <a:chExt cx="502919" cy="45719"/>
          </a:xfrm>
        </p:grpSpPr>
        <p:sp>
          <p:nvSpPr>
            <p:cNvPr id="1555" name="Google Shape;1555;p297"/>
            <p:cNvSpPr/>
            <p:nvPr/>
          </p:nvSpPr>
          <p:spPr>
            <a:xfrm>
              <a:off x="1985011" y="1602036"/>
              <a:ext cx="45719" cy="45719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endParaRPr>
            </a:p>
          </p:txBody>
        </p:sp>
        <p:sp>
          <p:nvSpPr>
            <p:cNvPr id="1556" name="Google Shape;1556;p297"/>
            <p:cNvSpPr/>
            <p:nvPr/>
          </p:nvSpPr>
          <p:spPr>
            <a:xfrm>
              <a:off x="2137411" y="1602036"/>
              <a:ext cx="45719" cy="45719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endParaRPr>
            </a:p>
          </p:txBody>
        </p:sp>
        <p:sp>
          <p:nvSpPr>
            <p:cNvPr id="1557" name="Google Shape;1557;p297"/>
            <p:cNvSpPr/>
            <p:nvPr/>
          </p:nvSpPr>
          <p:spPr>
            <a:xfrm>
              <a:off x="2289811" y="1602036"/>
              <a:ext cx="45719" cy="45719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endParaRPr>
            </a:p>
          </p:txBody>
        </p:sp>
        <p:sp>
          <p:nvSpPr>
            <p:cNvPr id="1558" name="Google Shape;1558;p297"/>
            <p:cNvSpPr/>
            <p:nvPr/>
          </p:nvSpPr>
          <p:spPr>
            <a:xfrm>
              <a:off x="2442211" y="1602036"/>
              <a:ext cx="45719" cy="45719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endParaRPr>
            </a:p>
          </p:txBody>
        </p:sp>
      </p:grpSp>
      <p:grpSp>
        <p:nvGrpSpPr>
          <p:cNvPr id="1559" name="Google Shape;1559;p297"/>
          <p:cNvGrpSpPr/>
          <p:nvPr/>
        </p:nvGrpSpPr>
        <p:grpSpPr>
          <a:xfrm>
            <a:off x="6656071" y="3518606"/>
            <a:ext cx="502919" cy="45719"/>
            <a:chOff x="6656071" y="3518606"/>
            <a:chExt cx="502919" cy="45719"/>
          </a:xfrm>
        </p:grpSpPr>
        <p:sp>
          <p:nvSpPr>
            <p:cNvPr id="1560" name="Google Shape;1560;p297"/>
            <p:cNvSpPr/>
            <p:nvPr/>
          </p:nvSpPr>
          <p:spPr>
            <a:xfrm>
              <a:off x="6656071" y="3518606"/>
              <a:ext cx="45719" cy="45719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endParaRPr>
            </a:p>
          </p:txBody>
        </p:sp>
        <p:sp>
          <p:nvSpPr>
            <p:cNvPr id="1561" name="Google Shape;1561;p297"/>
            <p:cNvSpPr/>
            <p:nvPr/>
          </p:nvSpPr>
          <p:spPr>
            <a:xfrm>
              <a:off x="6808471" y="3518606"/>
              <a:ext cx="45719" cy="45719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endParaRPr>
            </a:p>
          </p:txBody>
        </p:sp>
        <p:sp>
          <p:nvSpPr>
            <p:cNvPr id="1562" name="Google Shape;1562;p297"/>
            <p:cNvSpPr/>
            <p:nvPr/>
          </p:nvSpPr>
          <p:spPr>
            <a:xfrm>
              <a:off x="6960871" y="3518606"/>
              <a:ext cx="45719" cy="45719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endParaRPr>
            </a:p>
          </p:txBody>
        </p:sp>
        <p:sp>
          <p:nvSpPr>
            <p:cNvPr id="1563" name="Google Shape;1563;p297"/>
            <p:cNvSpPr/>
            <p:nvPr/>
          </p:nvSpPr>
          <p:spPr>
            <a:xfrm>
              <a:off x="7113271" y="3518606"/>
              <a:ext cx="45719" cy="45719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endParaRPr>
            </a:p>
          </p:txBody>
        </p:sp>
      </p:grpSp>
      <p:sp>
        <p:nvSpPr>
          <p:cNvPr id="1564" name="Google Shape;1564;p297"/>
          <p:cNvSpPr txBox="1">
            <a:spLocks noGrp="1"/>
          </p:cNvSpPr>
          <p:nvPr>
            <p:ph type="body" idx="1"/>
          </p:nvPr>
        </p:nvSpPr>
        <p:spPr>
          <a:xfrm>
            <a:off x="2487929" y="2263351"/>
            <a:ext cx="4168142" cy="6167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700" b="1" i="1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1_Caption 48">
    <p:spTree>
      <p:nvGrpSpPr>
        <p:cNvPr id="1" name="Shape 1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66" name="Google Shape;1566;p298"/>
          <p:cNvGrpSpPr/>
          <p:nvPr/>
        </p:nvGrpSpPr>
        <p:grpSpPr>
          <a:xfrm>
            <a:off x="444" y="0"/>
            <a:ext cx="9143556" cy="5143500"/>
            <a:chOff x="444" y="317809"/>
            <a:chExt cx="9143556" cy="5143500"/>
          </a:xfrm>
        </p:grpSpPr>
        <p:pic>
          <p:nvPicPr>
            <p:cNvPr id="1567" name="Google Shape;1567;p298" descr="Surface chart&#10;&#10;Description automatically generated with low confidence"/>
            <p:cNvPicPr preferRelativeResize="0"/>
            <p:nvPr/>
          </p:nvPicPr>
          <p:blipFill rotWithShape="1">
            <a:blip r:embed="rId2">
              <a:alphaModFix amt="50000"/>
            </a:blip>
            <a:srcRect/>
            <a:stretch/>
          </p:blipFill>
          <p:spPr>
            <a:xfrm>
              <a:off x="444" y="317809"/>
              <a:ext cx="9143111" cy="5143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68" name="Google Shape;1568;p298" descr="Surface chart&#10;&#10;Description automatically generated with low confidence"/>
            <p:cNvPicPr preferRelativeResize="0"/>
            <p:nvPr/>
          </p:nvPicPr>
          <p:blipFill rotWithShape="1">
            <a:blip r:embed="rId2">
              <a:alphaModFix amt="50000"/>
            </a:blip>
            <a:srcRect/>
            <a:stretch/>
          </p:blipFill>
          <p:spPr>
            <a:xfrm>
              <a:off x="889" y="317809"/>
              <a:ext cx="9143111" cy="51435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569" name="Google Shape;1569;p298" descr="Shape&#10;&#10;Description automatically generated with low confidenc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3990" cy="5143494"/>
          </a:xfrm>
          <a:prstGeom prst="rect">
            <a:avLst/>
          </a:prstGeom>
          <a:noFill/>
          <a:ln>
            <a:noFill/>
          </a:ln>
        </p:spPr>
      </p:pic>
      <p:sp>
        <p:nvSpPr>
          <p:cNvPr id="1570" name="Google Shape;1570;p298"/>
          <p:cNvSpPr/>
          <p:nvPr/>
        </p:nvSpPr>
        <p:spPr>
          <a:xfrm>
            <a:off x="1893911" y="1825943"/>
            <a:ext cx="5027524" cy="1212468"/>
          </a:xfrm>
          <a:prstGeom prst="roundRect">
            <a:avLst>
              <a:gd name="adj" fmla="val 16667"/>
            </a:avLst>
          </a:prstGeom>
          <a:noFill/>
          <a:ln w="25400" cap="flat" cmpd="sng">
            <a:solidFill>
              <a:srgbClr val="7F6EB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571" name="Google Shape;1571;p298"/>
          <p:cNvSpPr/>
          <p:nvPr/>
        </p:nvSpPr>
        <p:spPr>
          <a:xfrm>
            <a:off x="2222565" y="2127950"/>
            <a:ext cx="5027524" cy="1212468"/>
          </a:xfrm>
          <a:prstGeom prst="roundRect">
            <a:avLst>
              <a:gd name="adj" fmla="val 16667"/>
            </a:avLst>
          </a:prstGeom>
          <a:noFill/>
          <a:ln w="25400" cap="flat" cmpd="sng">
            <a:solidFill>
              <a:srgbClr val="50AFE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572" name="Google Shape;1572;p298"/>
          <p:cNvSpPr/>
          <p:nvPr/>
        </p:nvSpPr>
        <p:spPr>
          <a:xfrm>
            <a:off x="2058238" y="1976946"/>
            <a:ext cx="5027524" cy="1212468"/>
          </a:xfrm>
          <a:prstGeom prst="roundRect">
            <a:avLst>
              <a:gd name="adj" fmla="val 16667"/>
            </a:avLst>
          </a:prstGeom>
          <a:solidFill>
            <a:srgbClr val="F2F2F2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grpSp>
        <p:nvGrpSpPr>
          <p:cNvPr id="1573" name="Google Shape;1573;p298"/>
          <p:cNvGrpSpPr/>
          <p:nvPr/>
        </p:nvGrpSpPr>
        <p:grpSpPr>
          <a:xfrm>
            <a:off x="1985011" y="1602036"/>
            <a:ext cx="502919" cy="45719"/>
            <a:chOff x="1985011" y="1602036"/>
            <a:chExt cx="502919" cy="45719"/>
          </a:xfrm>
        </p:grpSpPr>
        <p:sp>
          <p:nvSpPr>
            <p:cNvPr id="1574" name="Google Shape;1574;p298"/>
            <p:cNvSpPr/>
            <p:nvPr/>
          </p:nvSpPr>
          <p:spPr>
            <a:xfrm>
              <a:off x="1985011" y="1602036"/>
              <a:ext cx="45719" cy="45719"/>
            </a:xfrm>
            <a:prstGeom prst="ellipse">
              <a:avLst/>
            </a:prstGeom>
            <a:solidFill>
              <a:srgbClr val="7F6EB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endParaRPr>
            </a:p>
          </p:txBody>
        </p:sp>
        <p:sp>
          <p:nvSpPr>
            <p:cNvPr id="1575" name="Google Shape;1575;p298"/>
            <p:cNvSpPr/>
            <p:nvPr/>
          </p:nvSpPr>
          <p:spPr>
            <a:xfrm>
              <a:off x="2137411" y="1602036"/>
              <a:ext cx="45719" cy="45719"/>
            </a:xfrm>
            <a:prstGeom prst="ellipse">
              <a:avLst/>
            </a:prstGeom>
            <a:solidFill>
              <a:srgbClr val="7F6EB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endParaRPr>
            </a:p>
          </p:txBody>
        </p:sp>
        <p:sp>
          <p:nvSpPr>
            <p:cNvPr id="1576" name="Google Shape;1576;p298"/>
            <p:cNvSpPr/>
            <p:nvPr/>
          </p:nvSpPr>
          <p:spPr>
            <a:xfrm>
              <a:off x="2289811" y="1602036"/>
              <a:ext cx="45719" cy="45719"/>
            </a:xfrm>
            <a:prstGeom prst="ellipse">
              <a:avLst/>
            </a:prstGeom>
            <a:solidFill>
              <a:srgbClr val="7F6EB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endParaRPr>
            </a:p>
          </p:txBody>
        </p:sp>
        <p:sp>
          <p:nvSpPr>
            <p:cNvPr id="1577" name="Google Shape;1577;p298"/>
            <p:cNvSpPr/>
            <p:nvPr/>
          </p:nvSpPr>
          <p:spPr>
            <a:xfrm>
              <a:off x="2442211" y="1602036"/>
              <a:ext cx="45719" cy="45719"/>
            </a:xfrm>
            <a:prstGeom prst="ellipse">
              <a:avLst/>
            </a:prstGeom>
            <a:solidFill>
              <a:srgbClr val="7F6EB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endParaRPr>
            </a:p>
          </p:txBody>
        </p:sp>
      </p:grpSp>
      <p:grpSp>
        <p:nvGrpSpPr>
          <p:cNvPr id="1578" name="Google Shape;1578;p298"/>
          <p:cNvGrpSpPr/>
          <p:nvPr/>
        </p:nvGrpSpPr>
        <p:grpSpPr>
          <a:xfrm>
            <a:off x="6656071" y="3518606"/>
            <a:ext cx="502919" cy="45719"/>
            <a:chOff x="6656071" y="3518606"/>
            <a:chExt cx="502919" cy="45719"/>
          </a:xfrm>
        </p:grpSpPr>
        <p:sp>
          <p:nvSpPr>
            <p:cNvPr id="1579" name="Google Shape;1579;p298"/>
            <p:cNvSpPr/>
            <p:nvPr/>
          </p:nvSpPr>
          <p:spPr>
            <a:xfrm>
              <a:off x="6656071" y="3518606"/>
              <a:ext cx="45719" cy="45719"/>
            </a:xfrm>
            <a:prstGeom prst="ellipse">
              <a:avLst/>
            </a:prstGeom>
            <a:solidFill>
              <a:srgbClr val="50AFE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endParaRPr>
            </a:p>
          </p:txBody>
        </p:sp>
        <p:sp>
          <p:nvSpPr>
            <p:cNvPr id="1580" name="Google Shape;1580;p298"/>
            <p:cNvSpPr/>
            <p:nvPr/>
          </p:nvSpPr>
          <p:spPr>
            <a:xfrm>
              <a:off x="6808471" y="3518606"/>
              <a:ext cx="45719" cy="45719"/>
            </a:xfrm>
            <a:prstGeom prst="ellipse">
              <a:avLst/>
            </a:prstGeom>
            <a:solidFill>
              <a:srgbClr val="50AFE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endParaRPr>
            </a:p>
          </p:txBody>
        </p:sp>
        <p:sp>
          <p:nvSpPr>
            <p:cNvPr id="1581" name="Google Shape;1581;p298"/>
            <p:cNvSpPr/>
            <p:nvPr/>
          </p:nvSpPr>
          <p:spPr>
            <a:xfrm>
              <a:off x="6960871" y="3518606"/>
              <a:ext cx="45719" cy="45719"/>
            </a:xfrm>
            <a:prstGeom prst="ellipse">
              <a:avLst/>
            </a:prstGeom>
            <a:solidFill>
              <a:srgbClr val="50AFE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endParaRPr>
            </a:p>
          </p:txBody>
        </p:sp>
        <p:sp>
          <p:nvSpPr>
            <p:cNvPr id="1582" name="Google Shape;1582;p298"/>
            <p:cNvSpPr/>
            <p:nvPr/>
          </p:nvSpPr>
          <p:spPr>
            <a:xfrm>
              <a:off x="7113271" y="3518606"/>
              <a:ext cx="45719" cy="45719"/>
            </a:xfrm>
            <a:prstGeom prst="ellipse">
              <a:avLst/>
            </a:prstGeom>
            <a:solidFill>
              <a:srgbClr val="50AFE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endParaRPr>
            </a:p>
          </p:txBody>
        </p:sp>
      </p:grpSp>
      <p:sp>
        <p:nvSpPr>
          <p:cNvPr id="1583" name="Google Shape;1583;p298"/>
          <p:cNvSpPr txBox="1">
            <a:spLocks noGrp="1"/>
          </p:cNvSpPr>
          <p:nvPr>
            <p:ph type="body" idx="1"/>
          </p:nvPr>
        </p:nvSpPr>
        <p:spPr>
          <a:xfrm>
            <a:off x="2487929" y="2263351"/>
            <a:ext cx="4168142" cy="6167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700" b="1" i="1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1_Caption 49">
    <p:spTree>
      <p:nvGrpSpPr>
        <p:cNvPr id="1" name="Shape 1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85" name="Google Shape;1585;p299"/>
          <p:cNvGrpSpPr/>
          <p:nvPr/>
        </p:nvGrpSpPr>
        <p:grpSpPr>
          <a:xfrm>
            <a:off x="444" y="0"/>
            <a:ext cx="9143556" cy="5143500"/>
            <a:chOff x="444" y="317809"/>
            <a:chExt cx="9143556" cy="5143500"/>
          </a:xfrm>
        </p:grpSpPr>
        <p:pic>
          <p:nvPicPr>
            <p:cNvPr id="1586" name="Google Shape;1586;p299" descr="Surface chart&#10;&#10;Description automatically generated with low confidence"/>
            <p:cNvPicPr preferRelativeResize="0"/>
            <p:nvPr/>
          </p:nvPicPr>
          <p:blipFill rotWithShape="1">
            <a:blip r:embed="rId2">
              <a:alphaModFix amt="50000"/>
            </a:blip>
            <a:srcRect/>
            <a:stretch/>
          </p:blipFill>
          <p:spPr>
            <a:xfrm>
              <a:off x="444" y="317809"/>
              <a:ext cx="9143111" cy="5143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87" name="Google Shape;1587;p299" descr="Surface chart&#10;&#10;Description automatically generated with low confidence"/>
            <p:cNvPicPr preferRelativeResize="0"/>
            <p:nvPr/>
          </p:nvPicPr>
          <p:blipFill rotWithShape="1">
            <a:blip r:embed="rId2">
              <a:alphaModFix amt="50000"/>
            </a:blip>
            <a:srcRect/>
            <a:stretch/>
          </p:blipFill>
          <p:spPr>
            <a:xfrm>
              <a:off x="889" y="317809"/>
              <a:ext cx="9143111" cy="51435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588" name="Google Shape;1588;p299" descr="Shape&#10;&#10;Description automatically generated with low confidenc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3990" cy="5143494"/>
          </a:xfrm>
          <a:prstGeom prst="rect">
            <a:avLst/>
          </a:prstGeom>
          <a:noFill/>
          <a:ln>
            <a:noFill/>
          </a:ln>
        </p:spPr>
      </p:pic>
      <p:sp>
        <p:nvSpPr>
          <p:cNvPr id="1589" name="Google Shape;1589;p299"/>
          <p:cNvSpPr/>
          <p:nvPr/>
        </p:nvSpPr>
        <p:spPr>
          <a:xfrm>
            <a:off x="1893911" y="1825943"/>
            <a:ext cx="5027524" cy="1212468"/>
          </a:xfrm>
          <a:prstGeom prst="roundRect">
            <a:avLst>
              <a:gd name="adj" fmla="val 16667"/>
            </a:avLst>
          </a:prstGeom>
          <a:noFill/>
          <a:ln w="25400" cap="flat" cmpd="sng">
            <a:solidFill>
              <a:srgbClr val="D0607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590" name="Google Shape;1590;p299"/>
          <p:cNvSpPr/>
          <p:nvPr/>
        </p:nvSpPr>
        <p:spPr>
          <a:xfrm>
            <a:off x="2222565" y="2127950"/>
            <a:ext cx="5027524" cy="1212468"/>
          </a:xfrm>
          <a:prstGeom prst="roundRect">
            <a:avLst>
              <a:gd name="adj" fmla="val 16667"/>
            </a:avLst>
          </a:prstGeom>
          <a:noFill/>
          <a:ln w="25400" cap="flat" cmpd="sng">
            <a:solidFill>
              <a:srgbClr val="8AC8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591" name="Google Shape;1591;p299"/>
          <p:cNvSpPr/>
          <p:nvPr/>
        </p:nvSpPr>
        <p:spPr>
          <a:xfrm>
            <a:off x="2058238" y="1976946"/>
            <a:ext cx="5027524" cy="1212468"/>
          </a:xfrm>
          <a:prstGeom prst="roundRect">
            <a:avLst>
              <a:gd name="adj" fmla="val 16667"/>
            </a:avLst>
          </a:prstGeom>
          <a:solidFill>
            <a:srgbClr val="F2F2F2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grpSp>
        <p:nvGrpSpPr>
          <p:cNvPr id="1592" name="Google Shape;1592;p299"/>
          <p:cNvGrpSpPr/>
          <p:nvPr/>
        </p:nvGrpSpPr>
        <p:grpSpPr>
          <a:xfrm>
            <a:off x="1985011" y="1602036"/>
            <a:ext cx="502919" cy="45719"/>
            <a:chOff x="1985011" y="1602036"/>
            <a:chExt cx="502919" cy="45719"/>
          </a:xfrm>
        </p:grpSpPr>
        <p:sp>
          <p:nvSpPr>
            <p:cNvPr id="1593" name="Google Shape;1593;p299"/>
            <p:cNvSpPr/>
            <p:nvPr/>
          </p:nvSpPr>
          <p:spPr>
            <a:xfrm>
              <a:off x="1985011" y="1602036"/>
              <a:ext cx="45719" cy="45719"/>
            </a:xfrm>
            <a:prstGeom prst="ellipse">
              <a:avLst/>
            </a:prstGeom>
            <a:solidFill>
              <a:srgbClr val="D0607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endParaRPr>
            </a:p>
          </p:txBody>
        </p:sp>
        <p:sp>
          <p:nvSpPr>
            <p:cNvPr id="1594" name="Google Shape;1594;p299"/>
            <p:cNvSpPr/>
            <p:nvPr/>
          </p:nvSpPr>
          <p:spPr>
            <a:xfrm>
              <a:off x="2137411" y="1602036"/>
              <a:ext cx="45719" cy="45719"/>
            </a:xfrm>
            <a:prstGeom prst="ellipse">
              <a:avLst/>
            </a:prstGeom>
            <a:solidFill>
              <a:srgbClr val="D0607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endParaRPr>
            </a:p>
          </p:txBody>
        </p:sp>
        <p:sp>
          <p:nvSpPr>
            <p:cNvPr id="1595" name="Google Shape;1595;p299"/>
            <p:cNvSpPr/>
            <p:nvPr/>
          </p:nvSpPr>
          <p:spPr>
            <a:xfrm>
              <a:off x="2289811" y="1602036"/>
              <a:ext cx="45719" cy="45719"/>
            </a:xfrm>
            <a:prstGeom prst="ellipse">
              <a:avLst/>
            </a:prstGeom>
            <a:solidFill>
              <a:srgbClr val="D0607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endParaRPr>
            </a:p>
          </p:txBody>
        </p:sp>
        <p:sp>
          <p:nvSpPr>
            <p:cNvPr id="1596" name="Google Shape;1596;p299"/>
            <p:cNvSpPr/>
            <p:nvPr/>
          </p:nvSpPr>
          <p:spPr>
            <a:xfrm>
              <a:off x="2442211" y="1602036"/>
              <a:ext cx="45719" cy="45719"/>
            </a:xfrm>
            <a:prstGeom prst="ellipse">
              <a:avLst/>
            </a:prstGeom>
            <a:solidFill>
              <a:srgbClr val="D0607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endParaRPr>
            </a:p>
          </p:txBody>
        </p:sp>
      </p:grpSp>
      <p:grpSp>
        <p:nvGrpSpPr>
          <p:cNvPr id="1597" name="Google Shape;1597;p299"/>
          <p:cNvGrpSpPr/>
          <p:nvPr/>
        </p:nvGrpSpPr>
        <p:grpSpPr>
          <a:xfrm>
            <a:off x="6656071" y="3518606"/>
            <a:ext cx="502919" cy="45719"/>
            <a:chOff x="6656071" y="3518606"/>
            <a:chExt cx="502919" cy="45719"/>
          </a:xfrm>
        </p:grpSpPr>
        <p:sp>
          <p:nvSpPr>
            <p:cNvPr id="1598" name="Google Shape;1598;p299"/>
            <p:cNvSpPr/>
            <p:nvPr/>
          </p:nvSpPr>
          <p:spPr>
            <a:xfrm>
              <a:off x="6656071" y="3518606"/>
              <a:ext cx="45719" cy="45719"/>
            </a:xfrm>
            <a:prstGeom prst="ellipse">
              <a:avLst/>
            </a:prstGeom>
            <a:solidFill>
              <a:srgbClr val="50AFE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endParaRPr>
            </a:p>
          </p:txBody>
        </p:sp>
        <p:sp>
          <p:nvSpPr>
            <p:cNvPr id="1599" name="Google Shape;1599;p299"/>
            <p:cNvSpPr/>
            <p:nvPr/>
          </p:nvSpPr>
          <p:spPr>
            <a:xfrm>
              <a:off x="6808471" y="3518606"/>
              <a:ext cx="45719" cy="45719"/>
            </a:xfrm>
            <a:prstGeom prst="ellipse">
              <a:avLst/>
            </a:prstGeom>
            <a:solidFill>
              <a:srgbClr val="50AFE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endParaRPr>
            </a:p>
          </p:txBody>
        </p:sp>
        <p:sp>
          <p:nvSpPr>
            <p:cNvPr id="1600" name="Google Shape;1600;p299"/>
            <p:cNvSpPr/>
            <p:nvPr/>
          </p:nvSpPr>
          <p:spPr>
            <a:xfrm>
              <a:off x="6960871" y="3518606"/>
              <a:ext cx="45719" cy="45719"/>
            </a:xfrm>
            <a:prstGeom prst="ellipse">
              <a:avLst/>
            </a:prstGeom>
            <a:solidFill>
              <a:srgbClr val="50AFE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endParaRPr>
            </a:p>
          </p:txBody>
        </p:sp>
        <p:sp>
          <p:nvSpPr>
            <p:cNvPr id="1601" name="Google Shape;1601;p299"/>
            <p:cNvSpPr/>
            <p:nvPr/>
          </p:nvSpPr>
          <p:spPr>
            <a:xfrm>
              <a:off x="7113271" y="3518606"/>
              <a:ext cx="45719" cy="45719"/>
            </a:xfrm>
            <a:prstGeom prst="ellipse">
              <a:avLst/>
            </a:prstGeom>
            <a:solidFill>
              <a:srgbClr val="50AFE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endParaRPr>
            </a:p>
          </p:txBody>
        </p:sp>
      </p:grpSp>
      <p:sp>
        <p:nvSpPr>
          <p:cNvPr id="1602" name="Google Shape;1602;p299"/>
          <p:cNvSpPr txBox="1">
            <a:spLocks noGrp="1"/>
          </p:cNvSpPr>
          <p:nvPr>
            <p:ph type="body" idx="1"/>
          </p:nvPr>
        </p:nvSpPr>
        <p:spPr>
          <a:xfrm>
            <a:off x="2487929" y="2263351"/>
            <a:ext cx="4168142" cy="6167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700" b="1" i="1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1_Caption Dqr8bN/Fa0Y=">
    <p:spTree>
      <p:nvGrpSpPr>
        <p:cNvPr id="1" name="Shape 1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4" name="Google Shape;1604;p300" descr="Background pattern&#10;&#10;Description automatically generated"/>
          <p:cNvSpPr/>
          <p:nvPr/>
        </p:nvSpPr>
        <p:spPr>
          <a:xfrm>
            <a:off x="0" y="0"/>
            <a:ext cx="9144001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05" name="Google Shape;1605;p300" descr="Shape&#10;&#10;Description automatically generated with low confidenc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3990" cy="5143494"/>
          </a:xfrm>
          <a:prstGeom prst="rect">
            <a:avLst/>
          </a:prstGeom>
          <a:noFill/>
          <a:ln>
            <a:noFill/>
          </a:ln>
        </p:spPr>
      </p:pic>
      <p:sp>
        <p:nvSpPr>
          <p:cNvPr id="1606" name="Google Shape;1606;p300"/>
          <p:cNvSpPr/>
          <p:nvPr/>
        </p:nvSpPr>
        <p:spPr>
          <a:xfrm>
            <a:off x="1736279" y="1782808"/>
            <a:ext cx="1577884" cy="15778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lang="en-US" sz="5400" b="1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?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7" name="Google Shape;1607;p300"/>
          <p:cNvSpPr txBox="1">
            <a:spLocks noGrp="1"/>
          </p:cNvSpPr>
          <p:nvPr>
            <p:ph type="body" idx="1"/>
          </p:nvPr>
        </p:nvSpPr>
        <p:spPr>
          <a:xfrm>
            <a:off x="3470049" y="1800874"/>
            <a:ext cx="3789638" cy="61650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700" b="1" i="1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08" name="Google Shape;1608;p300"/>
          <p:cNvSpPr txBox="1">
            <a:spLocks noGrp="1"/>
          </p:cNvSpPr>
          <p:nvPr>
            <p:ph type="body" idx="2"/>
          </p:nvPr>
        </p:nvSpPr>
        <p:spPr>
          <a:xfrm>
            <a:off x="3470049" y="2287467"/>
            <a:ext cx="3789638" cy="109129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1_Caption b/tRW8R9teg=">
    <p:spTree>
      <p:nvGrpSpPr>
        <p:cNvPr id="1" name="Shape 1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0" name="Google Shape;1610;p301"/>
          <p:cNvSpPr/>
          <p:nvPr/>
        </p:nvSpPr>
        <p:spPr>
          <a:xfrm>
            <a:off x="-1" y="1"/>
            <a:ext cx="9144001" cy="51435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611" name="Google Shape;1611;p301"/>
          <p:cNvSpPr/>
          <p:nvPr/>
        </p:nvSpPr>
        <p:spPr>
          <a:xfrm>
            <a:off x="0" y="0"/>
            <a:ext cx="4113765" cy="116696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12" name="Google Shape;1612;p301"/>
          <p:cNvPicPr preferRelativeResize="0"/>
          <p:nvPr/>
        </p:nvPicPr>
        <p:blipFill rotWithShape="1">
          <a:blip r:embed="rId2">
            <a:alphaModFix/>
          </a:blip>
          <a:srcRect l="6267" r="24762"/>
          <a:stretch/>
        </p:blipFill>
        <p:spPr>
          <a:xfrm>
            <a:off x="0" y="1166968"/>
            <a:ext cx="4113765" cy="397652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3" name="Google Shape;1613;p301" descr="Shape&#10;&#10;Description automatically generated with low confidenc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3990" cy="514349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14" name="Google Shape;1614;p301"/>
          <p:cNvGrpSpPr/>
          <p:nvPr/>
        </p:nvGrpSpPr>
        <p:grpSpPr>
          <a:xfrm>
            <a:off x="724005" y="301093"/>
            <a:ext cx="2665754" cy="542340"/>
            <a:chOff x="5567543" y="349969"/>
            <a:chExt cx="2665754" cy="542340"/>
          </a:xfrm>
        </p:grpSpPr>
        <p:sp>
          <p:nvSpPr>
            <p:cNvPr id="1615" name="Google Shape;1615;p301"/>
            <p:cNvSpPr txBox="1"/>
            <p:nvPr/>
          </p:nvSpPr>
          <p:spPr>
            <a:xfrm>
              <a:off x="5567543" y="349969"/>
              <a:ext cx="2665754" cy="52318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Arial"/>
                <a:buNone/>
              </a:pPr>
              <a:r>
                <a:rPr lang="en-US" sz="2800" b="1" i="0" u="none" strike="noStrike" cap="none">
                  <a:solidFill>
                    <a:schemeClr val="lt1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Think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616" name="Google Shape;1616;p301"/>
            <p:cNvCxnSpPr/>
            <p:nvPr/>
          </p:nvCxnSpPr>
          <p:spPr>
            <a:xfrm>
              <a:off x="6426067" y="892309"/>
              <a:ext cx="948706" cy="0"/>
            </a:xfrm>
            <a:prstGeom prst="straightConnector1">
              <a:avLst/>
            </a:prstGeom>
            <a:noFill/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1617" name="Google Shape;1617;p301"/>
          <p:cNvSpPr txBox="1">
            <a:spLocks noGrp="1"/>
          </p:cNvSpPr>
          <p:nvPr>
            <p:ph type="body" idx="1"/>
          </p:nvPr>
        </p:nvSpPr>
        <p:spPr>
          <a:xfrm>
            <a:off x="4480014" y="895714"/>
            <a:ext cx="4318646" cy="33927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1_Caption P9PaqNllEhs=">
    <p:spTree>
      <p:nvGrpSpPr>
        <p:cNvPr id="1" name="Shape 1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9" name="Google Shape;1619;p302"/>
          <p:cNvSpPr/>
          <p:nvPr/>
        </p:nvSpPr>
        <p:spPr>
          <a:xfrm>
            <a:off x="-1" y="1"/>
            <a:ext cx="9144001" cy="51435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620" name="Google Shape;1620;p302"/>
          <p:cNvSpPr/>
          <p:nvPr/>
        </p:nvSpPr>
        <p:spPr>
          <a:xfrm>
            <a:off x="0" y="0"/>
            <a:ext cx="4113765" cy="116696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21" name="Google Shape;1621;p302"/>
          <p:cNvPicPr preferRelativeResize="0"/>
          <p:nvPr/>
        </p:nvPicPr>
        <p:blipFill rotWithShape="1">
          <a:blip r:embed="rId2">
            <a:alphaModFix/>
          </a:blip>
          <a:srcRect l="6267" r="24762"/>
          <a:stretch/>
        </p:blipFill>
        <p:spPr>
          <a:xfrm>
            <a:off x="0" y="1166968"/>
            <a:ext cx="4113765" cy="3976529"/>
          </a:xfrm>
          <a:prstGeom prst="rect">
            <a:avLst/>
          </a:prstGeom>
          <a:noFill/>
          <a:ln>
            <a:noFill/>
          </a:ln>
        </p:spPr>
      </p:pic>
      <p:sp>
        <p:nvSpPr>
          <p:cNvPr id="1622" name="Google Shape;1622;p302"/>
          <p:cNvSpPr/>
          <p:nvPr/>
        </p:nvSpPr>
        <p:spPr>
          <a:xfrm>
            <a:off x="4113765" y="0"/>
            <a:ext cx="5030235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3" name="Google Shape;1623;p302" descr="Shape&#10;&#10;Description automatically generated with low confidence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24" name="Google Shape;1624;p302"/>
          <p:cNvGrpSpPr/>
          <p:nvPr/>
        </p:nvGrpSpPr>
        <p:grpSpPr>
          <a:xfrm>
            <a:off x="724005" y="301093"/>
            <a:ext cx="2665754" cy="542340"/>
            <a:chOff x="5567543" y="349969"/>
            <a:chExt cx="2665754" cy="542340"/>
          </a:xfrm>
        </p:grpSpPr>
        <p:sp>
          <p:nvSpPr>
            <p:cNvPr id="1625" name="Google Shape;1625;p302"/>
            <p:cNvSpPr txBox="1"/>
            <p:nvPr/>
          </p:nvSpPr>
          <p:spPr>
            <a:xfrm>
              <a:off x="5567543" y="349969"/>
              <a:ext cx="2665754" cy="52318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Arial"/>
                <a:buNone/>
              </a:pPr>
              <a:r>
                <a:rPr lang="en-US" sz="2800" b="1" i="0" u="none" strike="noStrike" cap="none">
                  <a:solidFill>
                    <a:schemeClr val="lt1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Think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626" name="Google Shape;1626;p302"/>
            <p:cNvCxnSpPr/>
            <p:nvPr/>
          </p:nvCxnSpPr>
          <p:spPr>
            <a:xfrm>
              <a:off x="6426067" y="892309"/>
              <a:ext cx="948706" cy="0"/>
            </a:xfrm>
            <a:prstGeom prst="straightConnector1">
              <a:avLst/>
            </a:prstGeom>
            <a:noFill/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1627" name="Google Shape;1627;p302"/>
          <p:cNvSpPr txBox="1">
            <a:spLocks noGrp="1"/>
          </p:cNvSpPr>
          <p:nvPr>
            <p:ph type="body" idx="1"/>
          </p:nvPr>
        </p:nvSpPr>
        <p:spPr>
          <a:xfrm>
            <a:off x="4480014" y="895714"/>
            <a:ext cx="4318646" cy="33927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1_Caption t4UbIAoRKqE=">
    <p:spTree>
      <p:nvGrpSpPr>
        <p:cNvPr id="1" name="Shape 1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9" name="Google Shape;1629;p303"/>
          <p:cNvSpPr/>
          <p:nvPr/>
        </p:nvSpPr>
        <p:spPr>
          <a:xfrm>
            <a:off x="-1" y="1"/>
            <a:ext cx="9144001" cy="51435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630" name="Google Shape;1630;p303"/>
          <p:cNvSpPr/>
          <p:nvPr/>
        </p:nvSpPr>
        <p:spPr>
          <a:xfrm>
            <a:off x="0" y="0"/>
            <a:ext cx="4113765" cy="116696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31" name="Google Shape;1631;p303" descr="Shape&#10;&#10;Description automatically generated with low confidenc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3990" cy="514349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32" name="Google Shape;1632;p303"/>
          <p:cNvCxnSpPr/>
          <p:nvPr/>
        </p:nvCxnSpPr>
        <p:spPr>
          <a:xfrm>
            <a:off x="1582529" y="843433"/>
            <a:ext cx="948706" cy="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33" name="Google Shape;1633;p303"/>
          <p:cNvSpPr txBox="1">
            <a:spLocks noGrp="1"/>
          </p:cNvSpPr>
          <p:nvPr>
            <p:ph type="body" idx="1"/>
          </p:nvPr>
        </p:nvSpPr>
        <p:spPr>
          <a:xfrm>
            <a:off x="4480014" y="895714"/>
            <a:ext cx="4318646" cy="33927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34" name="Google Shape;1634;p303"/>
          <p:cNvSpPr>
            <a:spLocks noGrp="1"/>
          </p:cNvSpPr>
          <p:nvPr>
            <p:ph type="pic" idx="2"/>
          </p:nvPr>
        </p:nvSpPr>
        <p:spPr>
          <a:xfrm>
            <a:off x="-1" y="1166963"/>
            <a:ext cx="4113765" cy="3976533"/>
          </a:xfrm>
          <a:prstGeom prst="rect">
            <a:avLst/>
          </a:prstGeom>
          <a:noFill/>
          <a:ln>
            <a:noFill/>
          </a:ln>
        </p:spPr>
      </p:sp>
      <p:sp>
        <p:nvSpPr>
          <p:cNvPr id="1635" name="Google Shape;1635;p303"/>
          <p:cNvSpPr txBox="1">
            <a:spLocks noGrp="1"/>
          </p:cNvSpPr>
          <p:nvPr>
            <p:ph type="body" idx="3"/>
          </p:nvPr>
        </p:nvSpPr>
        <p:spPr>
          <a:xfrm>
            <a:off x="350196" y="407903"/>
            <a:ext cx="3413372" cy="3890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1_Caption E2GzZ40GySk=">
    <p:spTree>
      <p:nvGrpSpPr>
        <p:cNvPr id="1" name="Shape 1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7" name="Google Shape;1637;p304"/>
          <p:cNvSpPr/>
          <p:nvPr/>
        </p:nvSpPr>
        <p:spPr>
          <a:xfrm>
            <a:off x="-1" y="1"/>
            <a:ext cx="9144001" cy="51435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638" name="Google Shape;1638;p304"/>
          <p:cNvSpPr/>
          <p:nvPr/>
        </p:nvSpPr>
        <p:spPr>
          <a:xfrm>
            <a:off x="0" y="0"/>
            <a:ext cx="4113765" cy="116696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9" name="Google Shape;1639;p304"/>
          <p:cNvSpPr/>
          <p:nvPr/>
        </p:nvSpPr>
        <p:spPr>
          <a:xfrm>
            <a:off x="4113765" y="0"/>
            <a:ext cx="5030235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0" name="Google Shape;1640;p304" descr="Shape&#10;&#10;Description automatically generated with low confidence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1" name="Google Shape;1641;p304"/>
          <p:cNvSpPr txBox="1">
            <a:spLocks noGrp="1"/>
          </p:cNvSpPr>
          <p:nvPr>
            <p:ph type="body" idx="1"/>
          </p:nvPr>
        </p:nvSpPr>
        <p:spPr>
          <a:xfrm>
            <a:off x="4480014" y="895714"/>
            <a:ext cx="4318646" cy="33927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42" name="Google Shape;1642;p304"/>
          <p:cNvSpPr>
            <a:spLocks noGrp="1"/>
          </p:cNvSpPr>
          <p:nvPr>
            <p:ph type="pic" idx="2"/>
          </p:nvPr>
        </p:nvSpPr>
        <p:spPr>
          <a:xfrm>
            <a:off x="-1" y="1166963"/>
            <a:ext cx="4113765" cy="3976533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1643" name="Google Shape;1643;p304"/>
          <p:cNvCxnSpPr/>
          <p:nvPr/>
        </p:nvCxnSpPr>
        <p:spPr>
          <a:xfrm>
            <a:off x="1582529" y="843433"/>
            <a:ext cx="948706" cy="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44" name="Google Shape;1644;p304"/>
          <p:cNvSpPr txBox="1">
            <a:spLocks noGrp="1"/>
          </p:cNvSpPr>
          <p:nvPr>
            <p:ph type="body" idx="3"/>
          </p:nvPr>
        </p:nvSpPr>
        <p:spPr>
          <a:xfrm>
            <a:off x="350196" y="407903"/>
            <a:ext cx="3413372" cy="3890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1_Caption ZgZiR0H3NR8=">
    <p:spTree>
      <p:nvGrpSpPr>
        <p:cNvPr id="1" name="Shape 1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6" name="Google Shape;1646;p305"/>
          <p:cNvSpPr/>
          <p:nvPr/>
        </p:nvSpPr>
        <p:spPr>
          <a:xfrm>
            <a:off x="0" y="0"/>
            <a:ext cx="9144000" cy="5143497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7" name="Google Shape;1647;p305" descr="Shape&#10;&#10;Description automatically generated with low confidence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8" name="Google Shape;1648;p305"/>
          <p:cNvSpPr txBox="1">
            <a:spLocks noGrp="1"/>
          </p:cNvSpPr>
          <p:nvPr>
            <p:ph type="body" idx="1"/>
          </p:nvPr>
        </p:nvSpPr>
        <p:spPr>
          <a:xfrm>
            <a:off x="4480014" y="1195113"/>
            <a:ext cx="4411738" cy="35555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49" name="Google Shape;1649;p305"/>
          <p:cNvSpPr>
            <a:spLocks noGrp="1"/>
          </p:cNvSpPr>
          <p:nvPr>
            <p:ph type="pic" idx="2"/>
          </p:nvPr>
        </p:nvSpPr>
        <p:spPr>
          <a:xfrm>
            <a:off x="-1" y="1166963"/>
            <a:ext cx="4113765" cy="3976533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1650" name="Google Shape;1650;p305"/>
          <p:cNvCxnSpPr/>
          <p:nvPr/>
        </p:nvCxnSpPr>
        <p:spPr>
          <a:xfrm>
            <a:off x="4097647" y="843433"/>
            <a:ext cx="948706" cy="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51" name="Google Shape;1651;p305"/>
          <p:cNvSpPr txBox="1">
            <a:spLocks noGrp="1"/>
          </p:cNvSpPr>
          <p:nvPr>
            <p:ph type="body" idx="3"/>
          </p:nvPr>
        </p:nvSpPr>
        <p:spPr>
          <a:xfrm>
            <a:off x="2865314" y="407903"/>
            <a:ext cx="3413372" cy="3890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1_Caption woEswYYMGQs=">
    <p:spTree>
      <p:nvGrpSpPr>
        <p:cNvPr id="1" name="Shape 1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3" name="Google Shape;1653;p306"/>
          <p:cNvSpPr/>
          <p:nvPr/>
        </p:nvSpPr>
        <p:spPr>
          <a:xfrm>
            <a:off x="0" y="0"/>
            <a:ext cx="9144000" cy="514349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4" name="Google Shape;1654;p306" descr="Shape&#10;&#10;Description automatically generated with low confidence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5" name="Google Shape;1655;p306"/>
          <p:cNvSpPr txBox="1">
            <a:spLocks noGrp="1"/>
          </p:cNvSpPr>
          <p:nvPr>
            <p:ph type="body" idx="1"/>
          </p:nvPr>
        </p:nvSpPr>
        <p:spPr>
          <a:xfrm>
            <a:off x="4480014" y="1195113"/>
            <a:ext cx="4411738" cy="35555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56" name="Google Shape;1656;p306"/>
          <p:cNvSpPr>
            <a:spLocks noGrp="1"/>
          </p:cNvSpPr>
          <p:nvPr>
            <p:ph type="pic" idx="2"/>
          </p:nvPr>
        </p:nvSpPr>
        <p:spPr>
          <a:xfrm>
            <a:off x="-1" y="1166963"/>
            <a:ext cx="4113765" cy="3976533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1657" name="Google Shape;1657;p306"/>
          <p:cNvCxnSpPr/>
          <p:nvPr/>
        </p:nvCxnSpPr>
        <p:spPr>
          <a:xfrm>
            <a:off x="4097647" y="843433"/>
            <a:ext cx="948706" cy="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58" name="Google Shape;1658;p306"/>
          <p:cNvSpPr txBox="1">
            <a:spLocks noGrp="1"/>
          </p:cNvSpPr>
          <p:nvPr>
            <p:ph type="body" idx="3"/>
          </p:nvPr>
        </p:nvSpPr>
        <p:spPr>
          <a:xfrm>
            <a:off x="2865314" y="407903"/>
            <a:ext cx="3413372" cy="3890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1_Caption /u2xnkFKbRI=">
    <p:spTree>
      <p:nvGrpSpPr>
        <p:cNvPr id="1" name="Shape 1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0" name="Google Shape;1660;p307" descr="Shape&#10;&#10;Description automatically generated with low confidenc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3990" cy="5143494"/>
          </a:xfrm>
          <a:prstGeom prst="rect">
            <a:avLst/>
          </a:prstGeom>
          <a:noFill/>
          <a:ln>
            <a:noFill/>
          </a:ln>
        </p:spPr>
      </p:pic>
      <p:sp>
        <p:nvSpPr>
          <p:cNvPr id="1661" name="Google Shape;1661;p307"/>
          <p:cNvSpPr/>
          <p:nvPr/>
        </p:nvSpPr>
        <p:spPr>
          <a:xfrm>
            <a:off x="-103694" y="1569006"/>
            <a:ext cx="4577142" cy="2005034"/>
          </a:xfrm>
          <a:prstGeom prst="rect">
            <a:avLst/>
          </a:prstGeom>
          <a:solidFill>
            <a:schemeClr val="dk2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662" name="Google Shape;1662;p307"/>
          <p:cNvSpPr txBox="1">
            <a:spLocks noGrp="1"/>
          </p:cNvSpPr>
          <p:nvPr>
            <p:ph type="body" idx="1"/>
          </p:nvPr>
        </p:nvSpPr>
        <p:spPr>
          <a:xfrm>
            <a:off x="499535" y="1895003"/>
            <a:ext cx="3413372" cy="3440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63" name="Google Shape;1663;p307"/>
          <p:cNvSpPr txBox="1">
            <a:spLocks noGrp="1"/>
          </p:cNvSpPr>
          <p:nvPr>
            <p:ph type="body" idx="2"/>
          </p:nvPr>
        </p:nvSpPr>
        <p:spPr>
          <a:xfrm>
            <a:off x="499535" y="2323628"/>
            <a:ext cx="3413372" cy="9250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1664" name="Google Shape;1664;p307"/>
          <p:cNvPicPr preferRelativeResize="0"/>
          <p:nvPr/>
        </p:nvPicPr>
        <p:blipFill rotWithShape="1">
          <a:blip r:embed="rId3">
            <a:alphaModFix/>
          </a:blip>
          <a:srcRect l="11600" t="10538" r="7406" b="2261"/>
          <a:stretch/>
        </p:blipFill>
        <p:spPr>
          <a:xfrm flipH="1">
            <a:off x="4961317" y="472968"/>
            <a:ext cx="3982986" cy="42882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1_Caption UTK4Q5N5nFs=">
    <p:spTree>
      <p:nvGrpSpPr>
        <p:cNvPr id="1" name="Shape 1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6" name="Google Shape;1666;p308" descr="Shape&#10;&#10;Description automatically generated with low confidenc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3990" cy="5143494"/>
          </a:xfrm>
          <a:prstGeom prst="rect">
            <a:avLst/>
          </a:prstGeom>
          <a:noFill/>
          <a:ln>
            <a:noFill/>
          </a:ln>
        </p:spPr>
      </p:pic>
      <p:sp>
        <p:nvSpPr>
          <p:cNvPr id="1667" name="Google Shape;1667;p308"/>
          <p:cNvSpPr/>
          <p:nvPr/>
        </p:nvSpPr>
        <p:spPr>
          <a:xfrm>
            <a:off x="-103694" y="1569006"/>
            <a:ext cx="4577142" cy="2005034"/>
          </a:xfrm>
          <a:prstGeom prst="rect">
            <a:avLst/>
          </a:prstGeom>
          <a:solidFill>
            <a:schemeClr val="accent1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668" name="Google Shape;1668;p308"/>
          <p:cNvSpPr txBox="1">
            <a:spLocks noGrp="1"/>
          </p:cNvSpPr>
          <p:nvPr>
            <p:ph type="body" idx="1"/>
          </p:nvPr>
        </p:nvSpPr>
        <p:spPr>
          <a:xfrm>
            <a:off x="499535" y="1895003"/>
            <a:ext cx="3413372" cy="3440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69" name="Google Shape;1669;p308"/>
          <p:cNvSpPr txBox="1">
            <a:spLocks noGrp="1"/>
          </p:cNvSpPr>
          <p:nvPr>
            <p:ph type="body" idx="2"/>
          </p:nvPr>
        </p:nvSpPr>
        <p:spPr>
          <a:xfrm>
            <a:off x="499535" y="2323628"/>
            <a:ext cx="3413372" cy="9250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1670" name="Google Shape;1670;p308"/>
          <p:cNvPicPr preferRelativeResize="0"/>
          <p:nvPr/>
        </p:nvPicPr>
        <p:blipFill rotWithShape="1">
          <a:blip r:embed="rId3">
            <a:alphaModFix/>
          </a:blip>
          <a:srcRect l="11600" t="10538" r="7406" b="2261"/>
          <a:stretch/>
        </p:blipFill>
        <p:spPr>
          <a:xfrm flipH="1">
            <a:off x="4961317" y="472968"/>
            <a:ext cx="3982986" cy="42882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1_Caption hRKRIDJzxFw=">
    <p:spTree>
      <p:nvGrpSpPr>
        <p:cNvPr id="1" name="Shape 1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2" name="Google Shape;1672;p309"/>
          <p:cNvSpPr/>
          <p:nvPr/>
        </p:nvSpPr>
        <p:spPr>
          <a:xfrm>
            <a:off x="-1" y="0"/>
            <a:ext cx="9143999" cy="51435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73" name="Google Shape;1673;p309" descr="Shape&#10;&#10;Description automatically generated with low confidenc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3990" cy="5143494"/>
          </a:xfrm>
          <a:prstGeom prst="rect">
            <a:avLst/>
          </a:prstGeom>
          <a:noFill/>
          <a:ln>
            <a:noFill/>
          </a:ln>
        </p:spPr>
      </p:pic>
      <p:sp>
        <p:nvSpPr>
          <p:cNvPr id="1674" name="Google Shape;1674;p309"/>
          <p:cNvSpPr/>
          <p:nvPr/>
        </p:nvSpPr>
        <p:spPr>
          <a:xfrm>
            <a:off x="-355599" y="1812143"/>
            <a:ext cx="3271519" cy="1519214"/>
          </a:xfrm>
          <a:prstGeom prst="roundRect">
            <a:avLst>
              <a:gd name="adj" fmla="val 10916"/>
            </a:avLst>
          </a:prstGeom>
          <a:solidFill>
            <a:schemeClr val="lt1"/>
          </a:solidFill>
          <a:ln w="1905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5" name="Google Shape;1675;p309"/>
          <p:cNvSpPr/>
          <p:nvPr/>
        </p:nvSpPr>
        <p:spPr>
          <a:xfrm>
            <a:off x="0" y="2128758"/>
            <a:ext cx="168206" cy="885984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6" name="Google Shape;1676;p309"/>
          <p:cNvSpPr txBox="1">
            <a:spLocks noGrp="1"/>
          </p:cNvSpPr>
          <p:nvPr>
            <p:ph type="title"/>
          </p:nvPr>
        </p:nvSpPr>
        <p:spPr>
          <a:xfrm>
            <a:off x="375977" y="2159935"/>
            <a:ext cx="2143703" cy="8272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2366A"/>
              </a:buClr>
              <a:buSzPts val="1700"/>
              <a:buFont typeface="Public Sans"/>
              <a:buNone/>
              <a:defRPr sz="1800" b="1" i="0" u="none" strike="noStrike" cap="none">
                <a:solidFill>
                  <a:schemeClr val="lt2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77" name="Google Shape;1677;p309"/>
          <p:cNvSpPr>
            <a:spLocks noGrp="1"/>
          </p:cNvSpPr>
          <p:nvPr>
            <p:ph type="pic" idx="2"/>
          </p:nvPr>
        </p:nvSpPr>
        <p:spPr>
          <a:xfrm>
            <a:off x="4890673" y="538480"/>
            <a:ext cx="3958630" cy="420878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board">
    <p:spTree>
      <p:nvGrpSpPr>
        <p:cNvPr id="1" name="Shape 1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9" name="Google Shape;1679;p310" descr="Shape&#10;&#10;Description automatically generated with low confidenc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3990" cy="514349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0" name="Google Shape;1680;p310"/>
          <p:cNvPicPr preferRelativeResize="0"/>
          <p:nvPr/>
        </p:nvPicPr>
        <p:blipFill rotWithShape="1">
          <a:blip r:embed="rId3">
            <a:alphaModFix/>
          </a:blip>
          <a:srcRect l="16487" t="8800" r="16531" b="52399"/>
          <a:stretch/>
        </p:blipFill>
        <p:spPr>
          <a:xfrm>
            <a:off x="1035361" y="596414"/>
            <a:ext cx="7073279" cy="4097293"/>
          </a:xfrm>
          <a:prstGeom prst="rect">
            <a:avLst/>
          </a:prstGeom>
          <a:noFill/>
          <a:ln>
            <a:noFill/>
          </a:ln>
        </p:spPr>
      </p:pic>
      <p:sp>
        <p:nvSpPr>
          <p:cNvPr id="1681" name="Google Shape;1681;p310"/>
          <p:cNvSpPr txBox="1">
            <a:spLocks noGrp="1"/>
          </p:cNvSpPr>
          <p:nvPr>
            <p:ph type="body" idx="1"/>
          </p:nvPr>
        </p:nvSpPr>
        <p:spPr>
          <a:xfrm>
            <a:off x="2125659" y="1098087"/>
            <a:ext cx="4892682" cy="29473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1_Caption KuyCmyK/cOQ=">
    <p:spTree>
      <p:nvGrpSpPr>
        <p:cNvPr id="1" name="Shape 1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3" name="Google Shape;1683;p31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84" name="Google Shape;1684;p312" descr="Shape&#10;&#10;Description automatically generated with low confidenc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5" name="Google Shape;1685;p312" descr="A picture containing text, vector graphics, toy, doll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45672" y="987084"/>
            <a:ext cx="2215127" cy="3457594"/>
          </a:xfrm>
          <a:prstGeom prst="rect">
            <a:avLst/>
          </a:prstGeom>
          <a:noFill/>
          <a:ln>
            <a:noFill/>
          </a:ln>
        </p:spPr>
      </p:pic>
      <p:sp>
        <p:nvSpPr>
          <p:cNvPr id="1686" name="Google Shape;1686;p312"/>
          <p:cNvSpPr txBox="1">
            <a:spLocks noGrp="1"/>
          </p:cNvSpPr>
          <p:nvPr>
            <p:ph type="body" idx="1"/>
          </p:nvPr>
        </p:nvSpPr>
        <p:spPr>
          <a:xfrm>
            <a:off x="4164295" y="1656080"/>
            <a:ext cx="3865563" cy="1831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366A"/>
              </a:buClr>
              <a:buSzPts val="2800"/>
              <a:buFont typeface="Arial"/>
              <a:buNone/>
              <a:defRPr sz="2400" b="1" i="1" u="none" strike="noStrike" cap="none">
                <a:solidFill>
                  <a:srgbClr val="22366A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4064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22366A"/>
              </a:buClr>
              <a:buSzPts val="2800"/>
              <a:buFont typeface="Arial"/>
              <a:buChar char="•"/>
              <a:defRPr sz="2800" b="1" i="0" u="none" strike="noStrike" cap="none">
                <a:solidFill>
                  <a:srgbClr val="22366A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4064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22366A"/>
              </a:buClr>
              <a:buSzPts val="2800"/>
              <a:buFont typeface="Arial"/>
              <a:buChar char="•"/>
              <a:defRPr sz="2800" b="1" i="0" u="none" strike="noStrike" cap="none">
                <a:solidFill>
                  <a:srgbClr val="22366A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4064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22366A"/>
              </a:buClr>
              <a:buSzPts val="2800"/>
              <a:buFont typeface="Arial"/>
              <a:buChar char="•"/>
              <a:defRPr sz="2800" b="1" i="0" u="none" strike="noStrike" cap="none">
                <a:solidFill>
                  <a:srgbClr val="22366A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4064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22366A"/>
              </a:buClr>
              <a:buSzPts val="2800"/>
              <a:buFont typeface="Arial"/>
              <a:buChar char="•"/>
              <a:defRPr sz="2800" b="1" i="0" u="none" strike="noStrike" cap="none">
                <a:solidFill>
                  <a:srgbClr val="22366A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1_Caption srQTiEr6bSQ=">
    <p:spTree>
      <p:nvGrpSpPr>
        <p:cNvPr id="1" name="Shape 1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8" name="Google Shape;1688;p31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89" name="Google Shape;1689;p313" descr="Shape&#10;&#10;Description automatically generated with low confidenc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90" name="Google Shape;1690;p313"/>
          <p:cNvGrpSpPr/>
          <p:nvPr/>
        </p:nvGrpSpPr>
        <p:grpSpPr>
          <a:xfrm>
            <a:off x="3907491" y="3547977"/>
            <a:ext cx="1329018" cy="71718"/>
            <a:chOff x="3907491" y="3547977"/>
            <a:chExt cx="1329018" cy="71718"/>
          </a:xfrm>
        </p:grpSpPr>
        <p:sp>
          <p:nvSpPr>
            <p:cNvPr id="1691" name="Google Shape;1691;p313"/>
            <p:cNvSpPr/>
            <p:nvPr/>
          </p:nvSpPr>
          <p:spPr>
            <a:xfrm>
              <a:off x="4605991" y="3547977"/>
              <a:ext cx="71718" cy="71718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2" name="Google Shape;1692;p313"/>
            <p:cNvSpPr/>
            <p:nvPr/>
          </p:nvSpPr>
          <p:spPr>
            <a:xfrm>
              <a:off x="4466291" y="3547977"/>
              <a:ext cx="71718" cy="71718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3" name="Google Shape;1693;p313"/>
            <p:cNvSpPr/>
            <p:nvPr/>
          </p:nvSpPr>
          <p:spPr>
            <a:xfrm>
              <a:off x="4326591" y="3547977"/>
              <a:ext cx="71718" cy="71718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4" name="Google Shape;1694;p313"/>
            <p:cNvSpPr/>
            <p:nvPr/>
          </p:nvSpPr>
          <p:spPr>
            <a:xfrm>
              <a:off x="4186891" y="3547977"/>
              <a:ext cx="71718" cy="71718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5" name="Google Shape;1695;p313"/>
            <p:cNvSpPr/>
            <p:nvPr/>
          </p:nvSpPr>
          <p:spPr>
            <a:xfrm>
              <a:off x="4047191" y="3547977"/>
              <a:ext cx="71718" cy="71718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6" name="Google Shape;1696;p313"/>
            <p:cNvSpPr/>
            <p:nvPr/>
          </p:nvSpPr>
          <p:spPr>
            <a:xfrm>
              <a:off x="3907491" y="3547977"/>
              <a:ext cx="71718" cy="71718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7" name="Google Shape;1697;p313"/>
            <p:cNvSpPr/>
            <p:nvPr/>
          </p:nvSpPr>
          <p:spPr>
            <a:xfrm>
              <a:off x="5164791" y="3547977"/>
              <a:ext cx="71718" cy="71718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8" name="Google Shape;1698;p313"/>
            <p:cNvSpPr/>
            <p:nvPr/>
          </p:nvSpPr>
          <p:spPr>
            <a:xfrm>
              <a:off x="5025091" y="3547977"/>
              <a:ext cx="71718" cy="71718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9" name="Google Shape;1699;p313"/>
            <p:cNvSpPr/>
            <p:nvPr/>
          </p:nvSpPr>
          <p:spPr>
            <a:xfrm>
              <a:off x="4885391" y="3547977"/>
              <a:ext cx="71718" cy="71718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0" name="Google Shape;1700;p313"/>
            <p:cNvSpPr/>
            <p:nvPr/>
          </p:nvSpPr>
          <p:spPr>
            <a:xfrm>
              <a:off x="4745691" y="3547977"/>
              <a:ext cx="71718" cy="71718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701" name="Google Shape;1701;p313"/>
          <p:cNvSpPr txBox="1">
            <a:spLocks noGrp="1"/>
          </p:cNvSpPr>
          <p:nvPr>
            <p:ph type="body" idx="1"/>
          </p:nvPr>
        </p:nvSpPr>
        <p:spPr>
          <a:xfrm>
            <a:off x="688975" y="1574318"/>
            <a:ext cx="7766050" cy="17939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D8738"/>
              </a:buClr>
              <a:buSzPts val="2000"/>
              <a:buFont typeface="Arial"/>
              <a:buNone/>
              <a:defRPr sz="2000" b="1" i="1" u="none" strike="noStrike" cap="none">
                <a:solidFill>
                  <a:schemeClr val="lt2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rgbClr val="BD8738"/>
              </a:buClr>
              <a:buSzPts val="2000"/>
              <a:buFont typeface="Arial"/>
              <a:buNone/>
              <a:defRPr sz="2000" b="1" i="1" u="none" strike="noStrike" cap="none">
                <a:solidFill>
                  <a:srgbClr val="BD8738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rgbClr val="BD8738"/>
              </a:buClr>
              <a:buSzPts val="2000"/>
              <a:buFont typeface="Arial"/>
              <a:buNone/>
              <a:defRPr sz="2000" b="1" i="1" u="none" strike="noStrike" cap="none">
                <a:solidFill>
                  <a:srgbClr val="BD8738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rgbClr val="BD8738"/>
              </a:buClr>
              <a:buSzPts val="2000"/>
              <a:buFont typeface="Arial"/>
              <a:buNone/>
              <a:defRPr sz="2000" b="1" i="1" u="none" strike="noStrike" cap="none">
                <a:solidFill>
                  <a:srgbClr val="BD8738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rgbClr val="BD8738"/>
              </a:buClr>
              <a:buSzPts val="2000"/>
              <a:buFont typeface="Arial"/>
              <a:buNone/>
              <a:defRPr sz="2000" b="1" i="1" u="none" strike="noStrike" cap="none">
                <a:solidFill>
                  <a:srgbClr val="BD8738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1_Caption Fiqkk2h2H6o=">
    <p:spTree>
      <p:nvGrpSpPr>
        <p:cNvPr id="1" name="Shape 1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3" name="Google Shape;1703;p31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04" name="Google Shape;1704;p314" descr="Shape&#10;&#10;Description automatically generated with low confidenc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05" name="Google Shape;1705;p314"/>
          <p:cNvGrpSpPr/>
          <p:nvPr/>
        </p:nvGrpSpPr>
        <p:grpSpPr>
          <a:xfrm>
            <a:off x="3907491" y="3547977"/>
            <a:ext cx="1329018" cy="71718"/>
            <a:chOff x="3837640" y="2865532"/>
            <a:chExt cx="1329018" cy="71718"/>
          </a:xfrm>
        </p:grpSpPr>
        <p:sp>
          <p:nvSpPr>
            <p:cNvPr id="1706" name="Google Shape;1706;p314"/>
            <p:cNvSpPr/>
            <p:nvPr/>
          </p:nvSpPr>
          <p:spPr>
            <a:xfrm>
              <a:off x="4536140" y="2865532"/>
              <a:ext cx="71718" cy="7171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7" name="Google Shape;1707;p314"/>
            <p:cNvSpPr/>
            <p:nvPr/>
          </p:nvSpPr>
          <p:spPr>
            <a:xfrm>
              <a:off x="4396440" y="2865532"/>
              <a:ext cx="71718" cy="71718"/>
            </a:xfrm>
            <a:prstGeom prst="rect">
              <a:avLst/>
            </a:prstGeom>
            <a:solidFill>
              <a:srgbClr val="BC7D2C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8" name="Google Shape;1708;p314"/>
            <p:cNvSpPr/>
            <p:nvPr/>
          </p:nvSpPr>
          <p:spPr>
            <a:xfrm>
              <a:off x="4256740" y="2865532"/>
              <a:ext cx="71718" cy="71718"/>
            </a:xfrm>
            <a:prstGeom prst="rect">
              <a:avLst/>
            </a:prstGeom>
            <a:solidFill>
              <a:srgbClr val="BC7D2C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9" name="Google Shape;1709;p314"/>
            <p:cNvSpPr/>
            <p:nvPr/>
          </p:nvSpPr>
          <p:spPr>
            <a:xfrm>
              <a:off x="4117040" y="2865532"/>
              <a:ext cx="71718" cy="71718"/>
            </a:xfrm>
            <a:prstGeom prst="rect">
              <a:avLst/>
            </a:prstGeom>
            <a:solidFill>
              <a:srgbClr val="BC7D2C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0" name="Google Shape;1710;p314"/>
            <p:cNvSpPr/>
            <p:nvPr/>
          </p:nvSpPr>
          <p:spPr>
            <a:xfrm>
              <a:off x="3977340" y="2865532"/>
              <a:ext cx="71718" cy="71718"/>
            </a:xfrm>
            <a:prstGeom prst="rect">
              <a:avLst/>
            </a:prstGeom>
            <a:solidFill>
              <a:srgbClr val="BC7D2C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1" name="Google Shape;1711;p314"/>
            <p:cNvSpPr/>
            <p:nvPr/>
          </p:nvSpPr>
          <p:spPr>
            <a:xfrm>
              <a:off x="3837640" y="2865532"/>
              <a:ext cx="71718" cy="71718"/>
            </a:xfrm>
            <a:prstGeom prst="rect">
              <a:avLst/>
            </a:prstGeom>
            <a:solidFill>
              <a:srgbClr val="BC7D2C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2" name="Google Shape;1712;p314"/>
            <p:cNvSpPr/>
            <p:nvPr/>
          </p:nvSpPr>
          <p:spPr>
            <a:xfrm>
              <a:off x="5094940" y="2865532"/>
              <a:ext cx="71718" cy="7171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3" name="Google Shape;1713;p314"/>
            <p:cNvSpPr/>
            <p:nvPr/>
          </p:nvSpPr>
          <p:spPr>
            <a:xfrm>
              <a:off x="4955240" y="2865532"/>
              <a:ext cx="71718" cy="7171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4" name="Google Shape;1714;p314"/>
            <p:cNvSpPr/>
            <p:nvPr/>
          </p:nvSpPr>
          <p:spPr>
            <a:xfrm>
              <a:off x="4815540" y="2865532"/>
              <a:ext cx="71718" cy="7171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5" name="Google Shape;1715;p314"/>
            <p:cNvSpPr/>
            <p:nvPr/>
          </p:nvSpPr>
          <p:spPr>
            <a:xfrm>
              <a:off x="4675840" y="2865532"/>
              <a:ext cx="71718" cy="7171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716" name="Google Shape;1716;p314"/>
          <p:cNvSpPr txBox="1">
            <a:spLocks noGrp="1"/>
          </p:cNvSpPr>
          <p:nvPr>
            <p:ph type="body" idx="1"/>
          </p:nvPr>
        </p:nvSpPr>
        <p:spPr>
          <a:xfrm>
            <a:off x="688975" y="1574318"/>
            <a:ext cx="7766050" cy="17939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D8738"/>
              </a:buClr>
              <a:buSzPts val="2000"/>
              <a:buFont typeface="Arial"/>
              <a:buNone/>
              <a:defRPr sz="2000" b="1" i="1" u="none" strike="noStrike" cap="none">
                <a:solidFill>
                  <a:schemeClr val="accent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rgbClr val="BD8738"/>
              </a:buClr>
              <a:buSzPts val="2000"/>
              <a:buFont typeface="Arial"/>
              <a:buNone/>
              <a:defRPr sz="2000" b="1" i="1" u="none" strike="noStrike" cap="none">
                <a:solidFill>
                  <a:srgbClr val="BD8738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rgbClr val="BD8738"/>
              </a:buClr>
              <a:buSzPts val="2000"/>
              <a:buFont typeface="Arial"/>
              <a:buNone/>
              <a:defRPr sz="2000" b="1" i="1" u="none" strike="noStrike" cap="none">
                <a:solidFill>
                  <a:srgbClr val="BD8738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rgbClr val="BD8738"/>
              </a:buClr>
              <a:buSzPts val="2000"/>
              <a:buFont typeface="Arial"/>
              <a:buNone/>
              <a:defRPr sz="2000" b="1" i="1" u="none" strike="noStrike" cap="none">
                <a:solidFill>
                  <a:srgbClr val="BD8738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rgbClr val="BD8738"/>
              </a:buClr>
              <a:buSzPts val="2000"/>
              <a:buFont typeface="Arial"/>
              <a:buNone/>
              <a:defRPr sz="2000" b="1" i="1" u="none" strike="noStrike" cap="none">
                <a:solidFill>
                  <a:srgbClr val="BD8738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1_Caption odHUCw+y0GI=">
    <p:spTree>
      <p:nvGrpSpPr>
        <p:cNvPr id="1" name="Shape 1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8" name="Google Shape;1718;p315" descr="Background pattern&#10;&#10;Description automatically generated with medium confidenc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9" name="Google Shape;1719;p315" descr="A group of people sitting at a table&#10;&#10;Description automatically generated with low confidence"/>
          <p:cNvPicPr preferRelativeResize="0"/>
          <p:nvPr/>
        </p:nvPicPr>
        <p:blipFill rotWithShape="1">
          <a:blip r:embed="rId3">
            <a:alphaModFix/>
          </a:blip>
          <a:srcRect l="11613" t="29182"/>
          <a:stretch/>
        </p:blipFill>
        <p:spPr>
          <a:xfrm>
            <a:off x="4864308" y="0"/>
            <a:ext cx="4279692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0" name="Google Shape;1720;p315" descr="Shape&#10;&#10;Description automatically generated with low confidence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21" name="Google Shape;1721;p315"/>
          <p:cNvSpPr/>
          <p:nvPr/>
        </p:nvSpPr>
        <p:spPr>
          <a:xfrm>
            <a:off x="0" y="1107751"/>
            <a:ext cx="4864308" cy="2927999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2" name="Google Shape;1722;p315"/>
          <p:cNvSpPr/>
          <p:nvPr/>
        </p:nvSpPr>
        <p:spPr>
          <a:xfrm>
            <a:off x="185197" y="1339045"/>
            <a:ext cx="69448" cy="2465408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3" name="Google Shape;1723;p315"/>
          <p:cNvSpPr txBox="1">
            <a:spLocks noGrp="1"/>
          </p:cNvSpPr>
          <p:nvPr>
            <p:ph type="title"/>
          </p:nvPr>
        </p:nvSpPr>
        <p:spPr>
          <a:xfrm>
            <a:off x="387873" y="1377777"/>
            <a:ext cx="3421450" cy="459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700" rIns="91425" bIns="45700" anchor="ctr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Public Sans"/>
              <a:buNone/>
              <a:defRPr sz="2000" b="1" i="1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24" name="Google Shape;1724;p315"/>
          <p:cNvSpPr txBox="1">
            <a:spLocks noGrp="1"/>
          </p:cNvSpPr>
          <p:nvPr>
            <p:ph type="body" idx="1"/>
          </p:nvPr>
        </p:nvSpPr>
        <p:spPr>
          <a:xfrm>
            <a:off x="387873" y="1985160"/>
            <a:ext cx="4343206" cy="18192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1_Caption nWgfZNftxRw=">
    <p:spTree>
      <p:nvGrpSpPr>
        <p:cNvPr id="1" name="Shape 1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26" name="Google Shape;1726;p316" descr="Background pattern&#10;&#10;Description automatically generated"/>
          <p:cNvPicPr preferRelativeResize="0"/>
          <p:nvPr/>
        </p:nvPicPr>
        <p:blipFill rotWithShape="1">
          <a:blip r:embed="rId2">
            <a:alphaModFix amt="5000"/>
          </a:blip>
          <a:srcRect/>
          <a:stretch/>
        </p:blipFill>
        <p:spPr>
          <a:xfrm>
            <a:off x="-1879" y="0"/>
            <a:ext cx="914588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7" name="Google Shape;1727;p316" descr="Shape&#10;&#10;Description automatically generated with low confidenc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3990" cy="514349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28" name="Google Shape;1728;p316"/>
          <p:cNvGrpSpPr/>
          <p:nvPr/>
        </p:nvGrpSpPr>
        <p:grpSpPr>
          <a:xfrm>
            <a:off x="-900" y="1034935"/>
            <a:ext cx="9146700" cy="1842077"/>
            <a:chOff x="-900" y="1034935"/>
            <a:chExt cx="9146700" cy="1842077"/>
          </a:xfrm>
        </p:grpSpPr>
        <p:sp>
          <p:nvSpPr>
            <p:cNvPr id="1729" name="Google Shape;1729;p316"/>
            <p:cNvSpPr/>
            <p:nvPr/>
          </p:nvSpPr>
          <p:spPr>
            <a:xfrm>
              <a:off x="0" y="1085724"/>
              <a:ext cx="9145800" cy="1791288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endParaRPr>
            </a:p>
          </p:txBody>
        </p:sp>
        <p:cxnSp>
          <p:nvCxnSpPr>
            <p:cNvPr id="1730" name="Google Shape;1730;p316"/>
            <p:cNvCxnSpPr/>
            <p:nvPr/>
          </p:nvCxnSpPr>
          <p:spPr>
            <a:xfrm>
              <a:off x="-900" y="1034935"/>
              <a:ext cx="9145800" cy="0"/>
            </a:xfrm>
            <a:prstGeom prst="straightConnector1">
              <a:avLst/>
            </a:prstGeom>
            <a:noFill/>
            <a:ln w="127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pic>
        <p:nvPicPr>
          <p:cNvPr id="1731" name="Google Shape;1731;p3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44973" y="966439"/>
            <a:ext cx="4181755" cy="4151489"/>
          </a:xfrm>
          <a:prstGeom prst="rect">
            <a:avLst/>
          </a:prstGeom>
          <a:noFill/>
          <a:ln>
            <a:noFill/>
          </a:ln>
        </p:spPr>
      </p:pic>
      <p:sp>
        <p:nvSpPr>
          <p:cNvPr id="1732" name="Google Shape;1732;p316"/>
          <p:cNvSpPr txBox="1">
            <a:spLocks noGrp="1"/>
          </p:cNvSpPr>
          <p:nvPr>
            <p:ph type="body" idx="1"/>
          </p:nvPr>
        </p:nvSpPr>
        <p:spPr>
          <a:xfrm>
            <a:off x="4852577" y="1247209"/>
            <a:ext cx="3865563" cy="14683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366A"/>
              </a:buClr>
              <a:buSzPts val="2800"/>
              <a:buFont typeface="Arial"/>
              <a:buNone/>
              <a:defRPr sz="2400" b="1" i="1" u="none" strike="noStrike" cap="none">
                <a:solidFill>
                  <a:schemeClr val="accent2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4064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22366A"/>
              </a:buClr>
              <a:buSzPts val="2800"/>
              <a:buFont typeface="Arial"/>
              <a:buChar char="•"/>
              <a:defRPr sz="2800" b="1" i="0" u="none" strike="noStrike" cap="none">
                <a:solidFill>
                  <a:srgbClr val="22366A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4064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22366A"/>
              </a:buClr>
              <a:buSzPts val="2800"/>
              <a:buFont typeface="Arial"/>
              <a:buChar char="•"/>
              <a:defRPr sz="2800" b="1" i="0" u="none" strike="noStrike" cap="none">
                <a:solidFill>
                  <a:srgbClr val="22366A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4064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22366A"/>
              </a:buClr>
              <a:buSzPts val="2800"/>
              <a:buFont typeface="Arial"/>
              <a:buChar char="•"/>
              <a:defRPr sz="2800" b="1" i="0" u="none" strike="noStrike" cap="none">
                <a:solidFill>
                  <a:srgbClr val="22366A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4064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22366A"/>
              </a:buClr>
              <a:buSzPts val="2800"/>
              <a:buFont typeface="Arial"/>
              <a:buChar char="•"/>
              <a:defRPr sz="2800" b="1" i="0" u="none" strike="noStrike" cap="none">
                <a:solidFill>
                  <a:srgbClr val="22366A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1_Caption zPBrfs17CEA=">
    <p:spTree>
      <p:nvGrpSpPr>
        <p:cNvPr id="1" name="Shape 1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4" name="Google Shape;1734;p317" descr="Background pattern&#10;&#10;Description automatically generated"/>
          <p:cNvPicPr preferRelativeResize="0"/>
          <p:nvPr/>
        </p:nvPicPr>
        <p:blipFill rotWithShape="1">
          <a:blip r:embed="rId2">
            <a:alphaModFix amt="5000"/>
          </a:blip>
          <a:srcRect/>
          <a:stretch/>
        </p:blipFill>
        <p:spPr>
          <a:xfrm>
            <a:off x="-1879" y="0"/>
            <a:ext cx="914588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5" name="Google Shape;1735;p317" descr="Shape&#10;&#10;Description automatically generated with low confidenc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3990" cy="514349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36" name="Google Shape;1736;p317"/>
          <p:cNvCxnSpPr/>
          <p:nvPr/>
        </p:nvCxnSpPr>
        <p:spPr>
          <a:xfrm>
            <a:off x="-900" y="982897"/>
            <a:ext cx="9145800" cy="0"/>
          </a:xfrm>
          <a:prstGeom prst="straightConnector1">
            <a:avLst/>
          </a:prstGeom>
          <a:noFill/>
          <a:ln w="12700" cap="flat" cmpd="sng">
            <a:solidFill>
              <a:srgbClr val="BFBFB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737" name="Google Shape;1737;p317"/>
          <p:cNvSpPr/>
          <p:nvPr/>
        </p:nvSpPr>
        <p:spPr>
          <a:xfrm>
            <a:off x="0" y="1037770"/>
            <a:ext cx="9144000" cy="161398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38" name="Google Shape;1738;p317"/>
          <p:cNvPicPr preferRelativeResize="0"/>
          <p:nvPr/>
        </p:nvPicPr>
        <p:blipFill rotWithShape="1">
          <a:blip r:embed="rId4">
            <a:alphaModFix/>
          </a:blip>
          <a:srcRect t="-453" b="47599"/>
          <a:stretch/>
        </p:blipFill>
        <p:spPr>
          <a:xfrm flipH="1">
            <a:off x="349865" y="721112"/>
            <a:ext cx="3612538" cy="4395173"/>
          </a:xfrm>
          <a:prstGeom prst="rect">
            <a:avLst/>
          </a:prstGeom>
          <a:noFill/>
          <a:ln>
            <a:noFill/>
          </a:ln>
        </p:spPr>
      </p:pic>
      <p:sp>
        <p:nvSpPr>
          <p:cNvPr id="1739" name="Google Shape;1739;p317"/>
          <p:cNvSpPr txBox="1">
            <a:spLocks noGrp="1"/>
          </p:cNvSpPr>
          <p:nvPr>
            <p:ph type="body" idx="1"/>
          </p:nvPr>
        </p:nvSpPr>
        <p:spPr>
          <a:xfrm>
            <a:off x="4620415" y="1247209"/>
            <a:ext cx="3865563" cy="11607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366A"/>
              </a:buClr>
              <a:buSzPts val="2800"/>
              <a:buFont typeface="Arial"/>
              <a:buNone/>
              <a:defRPr sz="2400" b="1" i="1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4064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22366A"/>
              </a:buClr>
              <a:buSzPts val="2800"/>
              <a:buFont typeface="Arial"/>
              <a:buChar char="•"/>
              <a:defRPr sz="2800" b="1" i="0" u="none" strike="noStrike" cap="none">
                <a:solidFill>
                  <a:srgbClr val="22366A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4064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22366A"/>
              </a:buClr>
              <a:buSzPts val="2800"/>
              <a:buFont typeface="Arial"/>
              <a:buChar char="•"/>
              <a:defRPr sz="2800" b="1" i="0" u="none" strike="noStrike" cap="none">
                <a:solidFill>
                  <a:srgbClr val="22366A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4064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22366A"/>
              </a:buClr>
              <a:buSzPts val="2800"/>
              <a:buFont typeface="Arial"/>
              <a:buChar char="•"/>
              <a:defRPr sz="2800" b="1" i="0" u="none" strike="noStrike" cap="none">
                <a:solidFill>
                  <a:srgbClr val="22366A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4064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22366A"/>
              </a:buClr>
              <a:buSzPts val="2800"/>
              <a:buFont typeface="Arial"/>
              <a:buChar char="•"/>
              <a:defRPr sz="2800" b="1" i="0" u="none" strike="noStrike" cap="none">
                <a:solidFill>
                  <a:srgbClr val="22366A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1_Caption 09fAr2Fmnqc=">
    <p:spTree>
      <p:nvGrpSpPr>
        <p:cNvPr id="1" name="Shape 1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" name="Google Shape;1741;p318" descr="Background pattern&#10;&#10;Description automatically generated"/>
          <p:cNvPicPr preferRelativeResize="0"/>
          <p:nvPr/>
        </p:nvPicPr>
        <p:blipFill rotWithShape="1">
          <a:blip r:embed="rId2">
            <a:alphaModFix amt="5000"/>
          </a:blip>
          <a:srcRect/>
          <a:stretch/>
        </p:blipFill>
        <p:spPr>
          <a:xfrm>
            <a:off x="-1879" y="0"/>
            <a:ext cx="914588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2" name="Google Shape;1742;p318" descr="Shape&#10;&#10;Description automatically generated with low confidenc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3990" cy="514349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43" name="Google Shape;1743;p318"/>
          <p:cNvGrpSpPr/>
          <p:nvPr/>
        </p:nvGrpSpPr>
        <p:grpSpPr>
          <a:xfrm>
            <a:off x="-900" y="1034935"/>
            <a:ext cx="9146700" cy="1842077"/>
            <a:chOff x="-900" y="1034935"/>
            <a:chExt cx="9146700" cy="1842077"/>
          </a:xfrm>
        </p:grpSpPr>
        <p:sp>
          <p:nvSpPr>
            <p:cNvPr id="1744" name="Google Shape;1744;p318"/>
            <p:cNvSpPr/>
            <p:nvPr/>
          </p:nvSpPr>
          <p:spPr>
            <a:xfrm>
              <a:off x="0" y="1085724"/>
              <a:ext cx="9145800" cy="1791288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endParaRPr>
            </a:p>
          </p:txBody>
        </p:sp>
        <p:cxnSp>
          <p:nvCxnSpPr>
            <p:cNvPr id="1745" name="Google Shape;1745;p318"/>
            <p:cNvCxnSpPr/>
            <p:nvPr/>
          </p:nvCxnSpPr>
          <p:spPr>
            <a:xfrm>
              <a:off x="-900" y="1034935"/>
              <a:ext cx="9145800" cy="0"/>
            </a:xfrm>
            <a:prstGeom prst="straightConnector1">
              <a:avLst/>
            </a:prstGeom>
            <a:noFill/>
            <a:ln w="1270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pic>
        <p:nvPicPr>
          <p:cNvPr id="1746" name="Google Shape;1746;p31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44973" y="966439"/>
            <a:ext cx="4181755" cy="4151489"/>
          </a:xfrm>
          <a:prstGeom prst="rect">
            <a:avLst/>
          </a:prstGeom>
          <a:noFill/>
          <a:ln>
            <a:noFill/>
          </a:ln>
        </p:spPr>
      </p:pic>
      <p:sp>
        <p:nvSpPr>
          <p:cNvPr id="1747" name="Google Shape;1747;p318"/>
          <p:cNvSpPr txBox="1">
            <a:spLocks noGrp="1"/>
          </p:cNvSpPr>
          <p:nvPr>
            <p:ph type="body" idx="1"/>
          </p:nvPr>
        </p:nvSpPr>
        <p:spPr>
          <a:xfrm>
            <a:off x="4852577" y="1247209"/>
            <a:ext cx="3865563" cy="14683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366A"/>
              </a:buClr>
              <a:buSzPts val="2800"/>
              <a:buFont typeface="Arial"/>
              <a:buNone/>
              <a:defRPr sz="2400" b="1" i="1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4064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22366A"/>
              </a:buClr>
              <a:buSzPts val="2800"/>
              <a:buFont typeface="Arial"/>
              <a:buChar char="•"/>
              <a:defRPr sz="2800" b="1" i="0" u="none" strike="noStrike" cap="none">
                <a:solidFill>
                  <a:srgbClr val="22366A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4064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22366A"/>
              </a:buClr>
              <a:buSzPts val="2800"/>
              <a:buFont typeface="Arial"/>
              <a:buChar char="•"/>
              <a:defRPr sz="2800" b="1" i="0" u="none" strike="noStrike" cap="none">
                <a:solidFill>
                  <a:srgbClr val="22366A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4064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22366A"/>
              </a:buClr>
              <a:buSzPts val="2800"/>
              <a:buFont typeface="Arial"/>
              <a:buChar char="•"/>
              <a:defRPr sz="2800" b="1" i="0" u="none" strike="noStrike" cap="none">
                <a:solidFill>
                  <a:srgbClr val="22366A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4064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22366A"/>
              </a:buClr>
              <a:buSzPts val="2800"/>
              <a:buFont typeface="Arial"/>
              <a:buChar char="•"/>
              <a:defRPr sz="2800" b="1" i="0" u="none" strike="noStrike" cap="none">
                <a:solidFill>
                  <a:srgbClr val="22366A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1_Caption oOPK8NqaGOM=">
    <p:spTree>
      <p:nvGrpSpPr>
        <p:cNvPr id="1" name="Shape 1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9" name="Google Shape;1749;p319" descr="Background pattern&#10;&#10;Description automatically generated"/>
          <p:cNvPicPr preferRelativeResize="0"/>
          <p:nvPr/>
        </p:nvPicPr>
        <p:blipFill rotWithShape="1">
          <a:blip r:embed="rId2">
            <a:alphaModFix amt="5000"/>
          </a:blip>
          <a:srcRect/>
          <a:stretch/>
        </p:blipFill>
        <p:spPr>
          <a:xfrm>
            <a:off x="-1879" y="0"/>
            <a:ext cx="914588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0" name="Google Shape;1750;p319" descr="Shape&#10;&#10;Description automatically generated with low confidenc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3990" cy="514349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51" name="Google Shape;1751;p319"/>
          <p:cNvCxnSpPr/>
          <p:nvPr/>
        </p:nvCxnSpPr>
        <p:spPr>
          <a:xfrm>
            <a:off x="-900" y="982897"/>
            <a:ext cx="9145800" cy="0"/>
          </a:xfrm>
          <a:prstGeom prst="straightConnector1">
            <a:avLst/>
          </a:prstGeom>
          <a:noFill/>
          <a:ln w="12700" cap="flat" cmpd="sng">
            <a:solidFill>
              <a:srgbClr val="BFBFB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752" name="Google Shape;1752;p319"/>
          <p:cNvSpPr/>
          <p:nvPr/>
        </p:nvSpPr>
        <p:spPr>
          <a:xfrm>
            <a:off x="0" y="1037770"/>
            <a:ext cx="9144000" cy="1613989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53" name="Google Shape;1753;p319"/>
          <p:cNvPicPr preferRelativeResize="0"/>
          <p:nvPr/>
        </p:nvPicPr>
        <p:blipFill rotWithShape="1">
          <a:blip r:embed="rId4">
            <a:alphaModFix/>
          </a:blip>
          <a:srcRect t="-453" b="47599"/>
          <a:stretch/>
        </p:blipFill>
        <p:spPr>
          <a:xfrm flipH="1">
            <a:off x="349865" y="721112"/>
            <a:ext cx="3612538" cy="4395173"/>
          </a:xfrm>
          <a:prstGeom prst="rect">
            <a:avLst/>
          </a:prstGeom>
          <a:noFill/>
          <a:ln>
            <a:noFill/>
          </a:ln>
        </p:spPr>
      </p:pic>
      <p:sp>
        <p:nvSpPr>
          <p:cNvPr id="1754" name="Google Shape;1754;p319"/>
          <p:cNvSpPr txBox="1">
            <a:spLocks noGrp="1"/>
          </p:cNvSpPr>
          <p:nvPr>
            <p:ph type="body" idx="1"/>
          </p:nvPr>
        </p:nvSpPr>
        <p:spPr>
          <a:xfrm>
            <a:off x="4620415" y="1247209"/>
            <a:ext cx="3865563" cy="11607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366A"/>
              </a:buClr>
              <a:buSzPts val="2800"/>
              <a:buFont typeface="Arial"/>
              <a:buNone/>
              <a:defRPr sz="2400" b="1" i="1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4064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22366A"/>
              </a:buClr>
              <a:buSzPts val="2800"/>
              <a:buFont typeface="Arial"/>
              <a:buChar char="•"/>
              <a:defRPr sz="2800" b="1" i="0" u="none" strike="noStrike" cap="none">
                <a:solidFill>
                  <a:srgbClr val="22366A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4064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22366A"/>
              </a:buClr>
              <a:buSzPts val="2800"/>
              <a:buFont typeface="Arial"/>
              <a:buChar char="•"/>
              <a:defRPr sz="2800" b="1" i="0" u="none" strike="noStrike" cap="none">
                <a:solidFill>
                  <a:srgbClr val="22366A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4064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22366A"/>
              </a:buClr>
              <a:buSzPts val="2800"/>
              <a:buFont typeface="Arial"/>
              <a:buChar char="•"/>
              <a:defRPr sz="2800" b="1" i="0" u="none" strike="noStrike" cap="none">
                <a:solidFill>
                  <a:srgbClr val="22366A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4064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22366A"/>
              </a:buClr>
              <a:buSzPts val="2800"/>
              <a:buFont typeface="Arial"/>
              <a:buChar char="•"/>
              <a:defRPr sz="2800" b="1" i="0" u="none" strike="noStrike" cap="none">
                <a:solidFill>
                  <a:srgbClr val="22366A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1_Caption r4No7qG+OZA=">
    <p:spTree>
      <p:nvGrpSpPr>
        <p:cNvPr id="1" name="Shape 1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6" name="Google Shape;1756;p32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7" name="Google Shape;1757;p320" descr="Shape&#10;&#10;Description automatically generated with low confidenc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3990" cy="514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8" name="Google Shape;1758;p320" descr="A picture containing text, dark, night sky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62283" y="914400"/>
            <a:ext cx="7219434" cy="34594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9" name="Google Shape;1759;p320" descr="Chart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567940" y="1200369"/>
            <a:ext cx="4008120" cy="2742762"/>
          </a:xfrm>
          <a:prstGeom prst="rect">
            <a:avLst/>
          </a:prstGeom>
          <a:noFill/>
          <a:ln>
            <a:noFill/>
          </a:ln>
        </p:spPr>
      </p:pic>
      <p:sp>
        <p:nvSpPr>
          <p:cNvPr id="1760" name="Google Shape;1760;p320"/>
          <p:cNvSpPr txBox="1">
            <a:spLocks noGrp="1"/>
          </p:cNvSpPr>
          <p:nvPr>
            <p:ph type="body" idx="1"/>
          </p:nvPr>
        </p:nvSpPr>
        <p:spPr>
          <a:xfrm rot="-525871">
            <a:off x="2714091" y="2148474"/>
            <a:ext cx="3673884" cy="554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Public Sans"/>
              <a:buNone/>
              <a:defRPr sz="2800" b="1" i="1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1_Caption JUt4ul/zGWI=">
    <p:spTree>
      <p:nvGrpSpPr>
        <p:cNvPr id="1" name="Shape 1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62" name="Google Shape;1762;p321"/>
          <p:cNvGrpSpPr/>
          <p:nvPr/>
        </p:nvGrpSpPr>
        <p:grpSpPr>
          <a:xfrm>
            <a:off x="444" y="0"/>
            <a:ext cx="9143556" cy="5143500"/>
            <a:chOff x="444" y="317809"/>
            <a:chExt cx="9143556" cy="5143500"/>
          </a:xfrm>
        </p:grpSpPr>
        <p:pic>
          <p:nvPicPr>
            <p:cNvPr id="1763" name="Google Shape;1763;p321" descr="Surface chart&#10;&#10;Description automatically generated with low confidence"/>
            <p:cNvPicPr preferRelativeResize="0"/>
            <p:nvPr/>
          </p:nvPicPr>
          <p:blipFill rotWithShape="1">
            <a:blip r:embed="rId2">
              <a:alphaModFix amt="50000"/>
            </a:blip>
            <a:srcRect/>
            <a:stretch/>
          </p:blipFill>
          <p:spPr>
            <a:xfrm>
              <a:off x="444" y="317809"/>
              <a:ext cx="9143111" cy="5143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64" name="Google Shape;1764;p321" descr="Surface chart&#10;&#10;Description automatically generated with low confidence"/>
            <p:cNvPicPr preferRelativeResize="0"/>
            <p:nvPr/>
          </p:nvPicPr>
          <p:blipFill rotWithShape="1">
            <a:blip r:embed="rId2">
              <a:alphaModFix amt="50000"/>
            </a:blip>
            <a:srcRect/>
            <a:stretch/>
          </p:blipFill>
          <p:spPr>
            <a:xfrm>
              <a:off x="889" y="317809"/>
              <a:ext cx="9143111" cy="51435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765" name="Google Shape;1765;p321" descr="Shape&#10;&#10;Description automatically generated with low confidenc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3990" cy="514349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6" name="Google Shape;1766;p321" descr="A picture containing text&#10;&#10;Description automatically generated"/>
          <p:cNvPicPr preferRelativeResize="0"/>
          <p:nvPr/>
        </p:nvPicPr>
        <p:blipFill rotWithShape="1">
          <a:blip r:embed="rId4">
            <a:alphaModFix amt="85000"/>
          </a:blip>
          <a:srcRect/>
          <a:stretch/>
        </p:blipFill>
        <p:spPr>
          <a:xfrm>
            <a:off x="2251213" y="1143261"/>
            <a:ext cx="4641574" cy="2799228"/>
          </a:xfrm>
          <a:prstGeom prst="rect">
            <a:avLst/>
          </a:prstGeom>
          <a:noFill/>
          <a:ln>
            <a:noFill/>
          </a:ln>
        </p:spPr>
      </p:pic>
      <p:sp>
        <p:nvSpPr>
          <p:cNvPr id="1767" name="Google Shape;1767;p321"/>
          <p:cNvSpPr txBox="1">
            <a:spLocks noGrp="1"/>
          </p:cNvSpPr>
          <p:nvPr>
            <p:ph type="body" idx="1"/>
          </p:nvPr>
        </p:nvSpPr>
        <p:spPr>
          <a:xfrm>
            <a:off x="2740961" y="1824708"/>
            <a:ext cx="3602088" cy="4724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366A"/>
              </a:buClr>
              <a:buSzPts val="2800"/>
              <a:buFont typeface="Arial"/>
              <a:buNone/>
              <a:defRPr sz="2400" b="1" i="1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4064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22366A"/>
              </a:buClr>
              <a:buSzPts val="2800"/>
              <a:buFont typeface="Arial"/>
              <a:buChar char="•"/>
              <a:defRPr sz="2800" b="1" i="0" u="none" strike="noStrike" cap="none">
                <a:solidFill>
                  <a:srgbClr val="22366A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4064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22366A"/>
              </a:buClr>
              <a:buSzPts val="2800"/>
              <a:buFont typeface="Arial"/>
              <a:buChar char="•"/>
              <a:defRPr sz="2800" b="1" i="0" u="none" strike="noStrike" cap="none">
                <a:solidFill>
                  <a:srgbClr val="22366A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4064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22366A"/>
              </a:buClr>
              <a:buSzPts val="2800"/>
              <a:buFont typeface="Arial"/>
              <a:buChar char="•"/>
              <a:defRPr sz="2800" b="1" i="0" u="none" strike="noStrike" cap="none">
                <a:solidFill>
                  <a:srgbClr val="22366A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4064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22366A"/>
              </a:buClr>
              <a:buSzPts val="2800"/>
              <a:buFont typeface="Arial"/>
              <a:buChar char="•"/>
              <a:defRPr sz="2800" b="1" i="0" u="none" strike="noStrike" cap="none">
                <a:solidFill>
                  <a:srgbClr val="22366A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68" name="Google Shape;1768;p321"/>
          <p:cNvSpPr txBox="1">
            <a:spLocks noGrp="1"/>
          </p:cNvSpPr>
          <p:nvPr>
            <p:ph type="body" idx="2"/>
          </p:nvPr>
        </p:nvSpPr>
        <p:spPr>
          <a:xfrm>
            <a:off x="2740960" y="2398916"/>
            <a:ext cx="3602088" cy="719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Discussion">
    <p:spTree>
      <p:nvGrpSpPr>
        <p:cNvPr id="1" name="Shape 1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0" name="Google Shape;1770;p322"/>
          <p:cNvPicPr preferRelativeResize="0"/>
          <p:nvPr/>
        </p:nvPicPr>
        <p:blipFill rotWithShape="1">
          <a:blip r:embed="rId2">
            <a:alphaModFix amt="70000"/>
          </a:blip>
          <a:srcRect t="1816" b="12611"/>
          <a:stretch/>
        </p:blipFill>
        <p:spPr>
          <a:xfrm>
            <a:off x="0" y="-1"/>
            <a:ext cx="9144000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1" name="Google Shape;1771;p322" descr="Shape&#10;&#10;Description automatically generated with low confidenc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3990" cy="5143494"/>
          </a:xfrm>
          <a:prstGeom prst="rect">
            <a:avLst/>
          </a:prstGeom>
          <a:noFill/>
          <a:ln>
            <a:noFill/>
          </a:ln>
        </p:spPr>
      </p:pic>
      <p:sp>
        <p:nvSpPr>
          <p:cNvPr id="1772" name="Google Shape;1772;p322"/>
          <p:cNvSpPr/>
          <p:nvPr/>
        </p:nvSpPr>
        <p:spPr>
          <a:xfrm>
            <a:off x="3322314" y="1790299"/>
            <a:ext cx="2539465" cy="644893"/>
          </a:xfrm>
          <a:prstGeom prst="roundRect">
            <a:avLst>
              <a:gd name="adj" fmla="val 12859"/>
            </a:avLst>
          </a:prstGeom>
          <a:solidFill>
            <a:schemeClr val="lt1"/>
          </a:solidFill>
          <a:ln w="254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 sz="1400" b="0" i="0" u="none" strike="noStrike" cap="none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773" name="Google Shape;1773;p322"/>
          <p:cNvSpPr txBox="1">
            <a:spLocks noGrp="1"/>
          </p:cNvSpPr>
          <p:nvPr>
            <p:ph type="body" idx="1"/>
          </p:nvPr>
        </p:nvSpPr>
        <p:spPr>
          <a:xfrm>
            <a:off x="3553313" y="1914665"/>
            <a:ext cx="2077466" cy="3961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366A"/>
              </a:buClr>
              <a:buSzPts val="2800"/>
              <a:buFont typeface="Arial"/>
              <a:buNone/>
              <a:defRPr sz="2000" b="1" i="1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4064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22366A"/>
              </a:buClr>
              <a:buSzPts val="2800"/>
              <a:buFont typeface="Arial"/>
              <a:buChar char="•"/>
              <a:defRPr sz="2800" b="1" i="0" u="none" strike="noStrike" cap="none">
                <a:solidFill>
                  <a:srgbClr val="22366A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4064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22366A"/>
              </a:buClr>
              <a:buSzPts val="2800"/>
              <a:buFont typeface="Arial"/>
              <a:buChar char="•"/>
              <a:defRPr sz="2800" b="1" i="0" u="none" strike="noStrike" cap="none">
                <a:solidFill>
                  <a:srgbClr val="22366A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4064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22366A"/>
              </a:buClr>
              <a:buSzPts val="2800"/>
              <a:buFont typeface="Arial"/>
              <a:buChar char="•"/>
              <a:defRPr sz="2800" b="1" i="0" u="none" strike="noStrike" cap="none">
                <a:solidFill>
                  <a:srgbClr val="22366A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4064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22366A"/>
              </a:buClr>
              <a:buSzPts val="2800"/>
              <a:buFont typeface="Arial"/>
              <a:buChar char="•"/>
              <a:defRPr sz="2800" b="1" i="0" u="none" strike="noStrike" cap="none">
                <a:solidFill>
                  <a:srgbClr val="22366A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74" name="Google Shape;1774;p322"/>
          <p:cNvSpPr txBox="1">
            <a:spLocks noGrp="1"/>
          </p:cNvSpPr>
          <p:nvPr>
            <p:ph type="body" idx="2"/>
          </p:nvPr>
        </p:nvSpPr>
        <p:spPr>
          <a:xfrm>
            <a:off x="2770956" y="2580686"/>
            <a:ext cx="3602088" cy="719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Discussion slide">
    <p:spTree>
      <p:nvGrpSpPr>
        <p:cNvPr id="1" name="Shape 1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76" name="Google Shape;1776;p323"/>
          <p:cNvGrpSpPr/>
          <p:nvPr/>
        </p:nvGrpSpPr>
        <p:grpSpPr>
          <a:xfrm>
            <a:off x="-3149" y="1"/>
            <a:ext cx="9147149" cy="5143500"/>
            <a:chOff x="-3149" y="1"/>
            <a:chExt cx="9147149" cy="5143500"/>
          </a:xfrm>
        </p:grpSpPr>
        <p:pic>
          <p:nvPicPr>
            <p:cNvPr id="1777" name="Google Shape;1777;p323"/>
            <p:cNvPicPr preferRelativeResize="0"/>
            <p:nvPr/>
          </p:nvPicPr>
          <p:blipFill rotWithShape="1">
            <a:blip r:embed="rId2">
              <a:alphaModFix/>
            </a:blip>
            <a:srcRect t="2687" b="12936"/>
            <a:stretch/>
          </p:blipFill>
          <p:spPr>
            <a:xfrm>
              <a:off x="-3149" y="1"/>
              <a:ext cx="9144002" cy="51435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78" name="Google Shape;1778;p323"/>
            <p:cNvSpPr/>
            <p:nvPr/>
          </p:nvSpPr>
          <p:spPr>
            <a:xfrm>
              <a:off x="-938" y="2804160"/>
              <a:ext cx="9144938" cy="2339340"/>
            </a:xfrm>
            <a:prstGeom prst="rect">
              <a:avLst/>
            </a:prstGeom>
            <a:solidFill>
              <a:schemeClr val="dk2">
                <a:alpha val="7411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779" name="Google Shape;1779;p323" descr="Shape&#10;&#10;Description automatically generated with low confidenc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80" name="Google Shape;1780;p323"/>
          <p:cNvGrpSpPr/>
          <p:nvPr/>
        </p:nvGrpSpPr>
        <p:grpSpPr>
          <a:xfrm>
            <a:off x="2349390" y="1908808"/>
            <a:ext cx="4506182" cy="1790703"/>
            <a:chOff x="2560319" y="1790699"/>
            <a:chExt cx="4084321" cy="1623060"/>
          </a:xfrm>
        </p:grpSpPr>
        <p:sp>
          <p:nvSpPr>
            <p:cNvPr id="1781" name="Google Shape;1781;p323"/>
            <p:cNvSpPr/>
            <p:nvPr/>
          </p:nvSpPr>
          <p:spPr>
            <a:xfrm>
              <a:off x="2560319" y="1790699"/>
              <a:ext cx="4023360" cy="1562098"/>
            </a:xfrm>
            <a:prstGeom prst="roundRect">
              <a:avLst>
                <a:gd name="adj" fmla="val 11641"/>
              </a:avLst>
            </a:pr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endParaRPr sz="1600" b="0" i="1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endParaRPr>
            </a:p>
          </p:txBody>
        </p:sp>
        <p:sp>
          <p:nvSpPr>
            <p:cNvPr id="1782" name="Google Shape;1782;p323"/>
            <p:cNvSpPr/>
            <p:nvPr/>
          </p:nvSpPr>
          <p:spPr>
            <a:xfrm>
              <a:off x="2621280" y="1851661"/>
              <a:ext cx="4023360" cy="1562098"/>
            </a:xfrm>
            <a:prstGeom prst="roundRect">
              <a:avLst>
                <a:gd name="adj" fmla="val 12199"/>
              </a:avLst>
            </a:prstGeom>
            <a:noFill/>
            <a:ln w="25400" cap="flat" cmpd="sng">
              <a:solidFill>
                <a:srgbClr val="BC7D2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endParaRPr sz="1600" b="0" i="1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endParaRPr>
            </a:p>
          </p:txBody>
        </p:sp>
      </p:grpSp>
      <p:sp>
        <p:nvSpPr>
          <p:cNvPr id="1783" name="Google Shape;1783;p323"/>
          <p:cNvSpPr txBox="1">
            <a:spLocks noGrp="1"/>
          </p:cNvSpPr>
          <p:nvPr>
            <p:ph type="body" idx="1"/>
          </p:nvPr>
        </p:nvSpPr>
        <p:spPr>
          <a:xfrm>
            <a:off x="3553313" y="2127464"/>
            <a:ext cx="2077466" cy="3961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366A"/>
              </a:buClr>
              <a:buSzPts val="2800"/>
              <a:buFont typeface="Arial"/>
              <a:buNone/>
              <a:defRPr sz="2000" b="1" i="1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4064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22366A"/>
              </a:buClr>
              <a:buSzPts val="2800"/>
              <a:buFont typeface="Arial"/>
              <a:buChar char="•"/>
              <a:defRPr sz="2800" b="1" i="0" u="none" strike="noStrike" cap="none">
                <a:solidFill>
                  <a:srgbClr val="22366A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4064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22366A"/>
              </a:buClr>
              <a:buSzPts val="2800"/>
              <a:buFont typeface="Arial"/>
              <a:buChar char="•"/>
              <a:defRPr sz="2800" b="1" i="0" u="none" strike="noStrike" cap="none">
                <a:solidFill>
                  <a:srgbClr val="22366A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4064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22366A"/>
              </a:buClr>
              <a:buSzPts val="2800"/>
              <a:buFont typeface="Arial"/>
              <a:buChar char="•"/>
              <a:defRPr sz="2800" b="1" i="0" u="none" strike="noStrike" cap="none">
                <a:solidFill>
                  <a:srgbClr val="22366A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4064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22366A"/>
              </a:buClr>
              <a:buSzPts val="2800"/>
              <a:buFont typeface="Arial"/>
              <a:buChar char="•"/>
              <a:defRPr sz="2800" b="1" i="0" u="none" strike="noStrike" cap="none">
                <a:solidFill>
                  <a:srgbClr val="22366A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84" name="Google Shape;1784;p323"/>
          <p:cNvSpPr txBox="1">
            <a:spLocks noGrp="1"/>
          </p:cNvSpPr>
          <p:nvPr>
            <p:ph type="body" idx="2"/>
          </p:nvPr>
        </p:nvSpPr>
        <p:spPr>
          <a:xfrm>
            <a:off x="2770956" y="2643161"/>
            <a:ext cx="3602088" cy="7758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Discussion 3">
    <p:spTree>
      <p:nvGrpSpPr>
        <p:cNvPr id="1" name="Shape 1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86" name="Google Shape;1786;p324"/>
          <p:cNvGrpSpPr/>
          <p:nvPr/>
        </p:nvGrpSpPr>
        <p:grpSpPr>
          <a:xfrm>
            <a:off x="-3149" y="1"/>
            <a:ext cx="9147149" cy="5143500"/>
            <a:chOff x="-3149" y="1"/>
            <a:chExt cx="9147149" cy="5143500"/>
          </a:xfrm>
        </p:grpSpPr>
        <p:pic>
          <p:nvPicPr>
            <p:cNvPr id="1787" name="Google Shape;1787;p324"/>
            <p:cNvPicPr preferRelativeResize="0"/>
            <p:nvPr/>
          </p:nvPicPr>
          <p:blipFill rotWithShape="1">
            <a:blip r:embed="rId2">
              <a:alphaModFix/>
            </a:blip>
            <a:srcRect t="2687" b="12936"/>
            <a:stretch/>
          </p:blipFill>
          <p:spPr>
            <a:xfrm>
              <a:off x="-3149" y="1"/>
              <a:ext cx="9144002" cy="51435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88" name="Google Shape;1788;p324"/>
            <p:cNvSpPr/>
            <p:nvPr/>
          </p:nvSpPr>
          <p:spPr>
            <a:xfrm>
              <a:off x="-938" y="2804160"/>
              <a:ext cx="9144938" cy="2339340"/>
            </a:xfrm>
            <a:prstGeom prst="rect">
              <a:avLst/>
            </a:prstGeom>
            <a:solidFill>
              <a:schemeClr val="accent1">
                <a:alpha val="7411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789" name="Google Shape;1789;p324" descr="Shape&#10;&#10;Description automatically generated with low confidenc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90" name="Google Shape;1790;p324"/>
          <p:cNvGrpSpPr/>
          <p:nvPr/>
        </p:nvGrpSpPr>
        <p:grpSpPr>
          <a:xfrm>
            <a:off x="2349390" y="1908808"/>
            <a:ext cx="4506182" cy="1790703"/>
            <a:chOff x="2560319" y="1790699"/>
            <a:chExt cx="4084321" cy="1623060"/>
          </a:xfrm>
        </p:grpSpPr>
        <p:sp>
          <p:nvSpPr>
            <p:cNvPr id="1791" name="Google Shape;1791;p324"/>
            <p:cNvSpPr/>
            <p:nvPr/>
          </p:nvSpPr>
          <p:spPr>
            <a:xfrm>
              <a:off x="2560319" y="1790699"/>
              <a:ext cx="4023360" cy="1562098"/>
            </a:xfrm>
            <a:prstGeom prst="roundRect">
              <a:avLst>
                <a:gd name="adj" fmla="val 11641"/>
              </a:avLst>
            </a:pr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endParaRPr sz="1600" b="0" i="1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endParaRPr>
            </a:p>
          </p:txBody>
        </p:sp>
        <p:sp>
          <p:nvSpPr>
            <p:cNvPr id="1792" name="Google Shape;1792;p324"/>
            <p:cNvSpPr/>
            <p:nvPr/>
          </p:nvSpPr>
          <p:spPr>
            <a:xfrm>
              <a:off x="2621280" y="1851661"/>
              <a:ext cx="4023360" cy="1562098"/>
            </a:xfrm>
            <a:prstGeom prst="roundRect">
              <a:avLst>
                <a:gd name="adj" fmla="val 12199"/>
              </a:avLst>
            </a:prstGeom>
            <a:noFill/>
            <a:ln w="25400" cap="flat" cmpd="sng">
              <a:solidFill>
                <a:srgbClr val="BC7D2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endParaRPr sz="1600" b="0" i="1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endParaRPr>
            </a:p>
          </p:txBody>
        </p:sp>
      </p:grpSp>
      <p:sp>
        <p:nvSpPr>
          <p:cNvPr id="1793" name="Google Shape;1793;p324"/>
          <p:cNvSpPr txBox="1">
            <a:spLocks noGrp="1"/>
          </p:cNvSpPr>
          <p:nvPr>
            <p:ph type="body" idx="1"/>
          </p:nvPr>
        </p:nvSpPr>
        <p:spPr>
          <a:xfrm>
            <a:off x="3553313" y="2127464"/>
            <a:ext cx="2077466" cy="3961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366A"/>
              </a:buClr>
              <a:buSzPts val="2800"/>
              <a:buFont typeface="Arial"/>
              <a:buNone/>
              <a:defRPr sz="2000" b="1" i="1" u="none" strike="noStrike" cap="none">
                <a:solidFill>
                  <a:schemeClr val="accent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4064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22366A"/>
              </a:buClr>
              <a:buSzPts val="2800"/>
              <a:buFont typeface="Arial"/>
              <a:buChar char="•"/>
              <a:defRPr sz="2800" b="1" i="0" u="none" strike="noStrike" cap="none">
                <a:solidFill>
                  <a:srgbClr val="22366A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4064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22366A"/>
              </a:buClr>
              <a:buSzPts val="2800"/>
              <a:buFont typeface="Arial"/>
              <a:buChar char="•"/>
              <a:defRPr sz="2800" b="1" i="0" u="none" strike="noStrike" cap="none">
                <a:solidFill>
                  <a:srgbClr val="22366A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4064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22366A"/>
              </a:buClr>
              <a:buSzPts val="2800"/>
              <a:buFont typeface="Arial"/>
              <a:buChar char="•"/>
              <a:defRPr sz="2800" b="1" i="0" u="none" strike="noStrike" cap="none">
                <a:solidFill>
                  <a:srgbClr val="22366A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4064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22366A"/>
              </a:buClr>
              <a:buSzPts val="2800"/>
              <a:buFont typeface="Arial"/>
              <a:buChar char="•"/>
              <a:defRPr sz="2800" b="1" i="0" u="none" strike="noStrike" cap="none">
                <a:solidFill>
                  <a:srgbClr val="22366A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94" name="Google Shape;1794;p324"/>
          <p:cNvSpPr txBox="1">
            <a:spLocks noGrp="1"/>
          </p:cNvSpPr>
          <p:nvPr>
            <p:ph type="body" idx="2"/>
          </p:nvPr>
        </p:nvSpPr>
        <p:spPr>
          <a:xfrm>
            <a:off x="2770956" y="2643161"/>
            <a:ext cx="3602088" cy="7758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1_Caption MWIvaKZLkwM=">
    <p:spTree>
      <p:nvGrpSpPr>
        <p:cNvPr id="1" name="Shape 1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6" name="Google Shape;1796;p325"/>
          <p:cNvSpPr/>
          <p:nvPr/>
        </p:nvSpPr>
        <p:spPr>
          <a:xfrm>
            <a:off x="4690334" y="0"/>
            <a:ext cx="4453668" cy="5139879"/>
          </a:xfrm>
          <a:prstGeom prst="rect">
            <a:avLst/>
          </a:prstGeom>
          <a:solidFill>
            <a:srgbClr val="22366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7" name="Google Shape;1797;p325" descr="Shape&#10;&#10;Description automatically generated with low confidence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8" name="Google Shape;1798;p325"/>
          <p:cNvSpPr>
            <a:spLocks noGrp="1"/>
          </p:cNvSpPr>
          <p:nvPr>
            <p:ph type="pic" idx="2"/>
          </p:nvPr>
        </p:nvSpPr>
        <p:spPr>
          <a:xfrm>
            <a:off x="-1" y="0"/>
            <a:ext cx="4690335" cy="5139879"/>
          </a:xfrm>
          <a:prstGeom prst="rect">
            <a:avLst/>
          </a:prstGeom>
          <a:noFill/>
          <a:ln>
            <a:noFill/>
          </a:ln>
        </p:spPr>
      </p:sp>
      <p:sp>
        <p:nvSpPr>
          <p:cNvPr id="1799" name="Google Shape;1799;p325"/>
          <p:cNvSpPr/>
          <p:nvPr/>
        </p:nvSpPr>
        <p:spPr>
          <a:xfrm>
            <a:off x="4548336" y="420700"/>
            <a:ext cx="4595664" cy="428172"/>
          </a:xfrm>
          <a:prstGeom prst="rect">
            <a:avLst/>
          </a:prstGeom>
          <a:solidFill>
            <a:srgbClr val="BD873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endParaRPr sz="2000" b="0" i="0" u="none" strike="noStrike" cap="none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800" name="Google Shape;1800;p325"/>
          <p:cNvSpPr txBox="1">
            <a:spLocks noGrp="1"/>
          </p:cNvSpPr>
          <p:nvPr>
            <p:ph type="body" idx="1"/>
          </p:nvPr>
        </p:nvSpPr>
        <p:spPr>
          <a:xfrm>
            <a:off x="4849731" y="1061223"/>
            <a:ext cx="4140265" cy="35685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01" name="Google Shape;1801;p325"/>
          <p:cNvSpPr txBox="1">
            <a:spLocks noGrp="1"/>
          </p:cNvSpPr>
          <p:nvPr>
            <p:ph type="title"/>
          </p:nvPr>
        </p:nvSpPr>
        <p:spPr>
          <a:xfrm>
            <a:off x="4849731" y="462740"/>
            <a:ext cx="4140265" cy="344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700" rIns="91425" bIns="45700" anchor="ctr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Public Sans"/>
              <a:buNone/>
              <a:defRPr sz="1700" b="1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1_Caption EI4xA18PJAQ=">
    <p:spTree>
      <p:nvGrpSpPr>
        <p:cNvPr id="1" name="Shape 18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3" name="Google Shape;1803;p326"/>
          <p:cNvSpPr/>
          <p:nvPr/>
        </p:nvSpPr>
        <p:spPr>
          <a:xfrm>
            <a:off x="4690334" y="0"/>
            <a:ext cx="4453668" cy="513987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4" name="Google Shape;1804;p326" descr="Shape&#10;&#10;Description automatically generated with low confidence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5" name="Google Shape;1805;p326"/>
          <p:cNvSpPr>
            <a:spLocks noGrp="1"/>
          </p:cNvSpPr>
          <p:nvPr>
            <p:ph type="pic" idx="2"/>
          </p:nvPr>
        </p:nvSpPr>
        <p:spPr>
          <a:xfrm>
            <a:off x="-1" y="0"/>
            <a:ext cx="4690335" cy="5139879"/>
          </a:xfrm>
          <a:prstGeom prst="rect">
            <a:avLst/>
          </a:prstGeom>
          <a:noFill/>
          <a:ln>
            <a:noFill/>
          </a:ln>
        </p:spPr>
      </p:sp>
      <p:sp>
        <p:nvSpPr>
          <p:cNvPr id="1806" name="Google Shape;1806;p326"/>
          <p:cNvSpPr/>
          <p:nvPr/>
        </p:nvSpPr>
        <p:spPr>
          <a:xfrm>
            <a:off x="4548336" y="420700"/>
            <a:ext cx="4595664" cy="428172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endParaRPr sz="2000" b="0" i="0" u="none" strike="noStrike" cap="none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807" name="Google Shape;1807;p326"/>
          <p:cNvSpPr txBox="1">
            <a:spLocks noGrp="1"/>
          </p:cNvSpPr>
          <p:nvPr>
            <p:ph type="body" idx="1"/>
          </p:nvPr>
        </p:nvSpPr>
        <p:spPr>
          <a:xfrm>
            <a:off x="4849731" y="1061223"/>
            <a:ext cx="4140265" cy="35685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08" name="Google Shape;1808;p326"/>
          <p:cNvSpPr txBox="1">
            <a:spLocks noGrp="1"/>
          </p:cNvSpPr>
          <p:nvPr>
            <p:ph type="title"/>
          </p:nvPr>
        </p:nvSpPr>
        <p:spPr>
          <a:xfrm>
            <a:off x="4849731" y="462740"/>
            <a:ext cx="4140265" cy="344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700" rIns="91425" bIns="45700" anchor="ctr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Public Sans"/>
              <a:buNone/>
              <a:defRPr sz="1700" b="1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1_Caption bVJgTm3UpWw=">
    <p:spTree>
      <p:nvGrpSpPr>
        <p:cNvPr id="1" name="Shape 1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0" name="Google Shape;1810;p327"/>
          <p:cNvSpPr/>
          <p:nvPr/>
        </p:nvSpPr>
        <p:spPr>
          <a:xfrm>
            <a:off x="4690334" y="0"/>
            <a:ext cx="4453668" cy="513987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1" name="Google Shape;1811;p327" descr="Shape&#10;&#10;Description automatically generated with low confidence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2" name="Google Shape;1812;p327"/>
          <p:cNvSpPr>
            <a:spLocks noGrp="1"/>
          </p:cNvSpPr>
          <p:nvPr>
            <p:ph type="pic" idx="2"/>
          </p:nvPr>
        </p:nvSpPr>
        <p:spPr>
          <a:xfrm>
            <a:off x="-1" y="0"/>
            <a:ext cx="4690335" cy="5139879"/>
          </a:xfrm>
          <a:prstGeom prst="rect">
            <a:avLst/>
          </a:prstGeom>
          <a:noFill/>
          <a:ln>
            <a:noFill/>
          </a:ln>
        </p:spPr>
      </p:sp>
      <p:sp>
        <p:nvSpPr>
          <p:cNvPr id="1813" name="Google Shape;1813;p327"/>
          <p:cNvSpPr/>
          <p:nvPr/>
        </p:nvSpPr>
        <p:spPr>
          <a:xfrm>
            <a:off x="4548336" y="420700"/>
            <a:ext cx="4595664" cy="428172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endParaRPr sz="2000" b="0" i="0" u="none" strike="noStrike" cap="none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814" name="Google Shape;1814;p327"/>
          <p:cNvSpPr txBox="1">
            <a:spLocks noGrp="1"/>
          </p:cNvSpPr>
          <p:nvPr>
            <p:ph type="body" idx="1"/>
          </p:nvPr>
        </p:nvSpPr>
        <p:spPr>
          <a:xfrm>
            <a:off x="4849731" y="1061223"/>
            <a:ext cx="4140265" cy="35685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15" name="Google Shape;1815;p327"/>
          <p:cNvSpPr txBox="1">
            <a:spLocks noGrp="1"/>
          </p:cNvSpPr>
          <p:nvPr>
            <p:ph type="title"/>
          </p:nvPr>
        </p:nvSpPr>
        <p:spPr>
          <a:xfrm>
            <a:off x="4849731" y="462740"/>
            <a:ext cx="4140265" cy="344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700" rIns="91425" bIns="45700" anchor="ctr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Public Sans"/>
              <a:buNone/>
              <a:defRPr sz="1700" b="1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Guided activity">
    <p:spTree>
      <p:nvGrpSpPr>
        <p:cNvPr id="1" name="Shape 1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7" name="Google Shape;1817;p328"/>
          <p:cNvSpPr/>
          <p:nvPr/>
        </p:nvSpPr>
        <p:spPr>
          <a:xfrm>
            <a:off x="-1" y="1"/>
            <a:ext cx="9144001" cy="51435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pic>
        <p:nvPicPr>
          <p:cNvPr id="1818" name="Google Shape;1818;p328" descr="Background pattern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 l="20567" r="20566" b="45930"/>
          <a:stretch/>
        </p:blipFill>
        <p:spPr>
          <a:xfrm rot="5400000">
            <a:off x="5391150" y="1390650"/>
            <a:ext cx="5143500" cy="2362200"/>
          </a:xfrm>
          <a:prstGeom prst="rect">
            <a:avLst/>
          </a:prstGeom>
          <a:solidFill>
            <a:schemeClr val="dk2"/>
          </a:solidFill>
          <a:ln>
            <a:noFill/>
          </a:ln>
        </p:spPr>
      </p:pic>
      <p:sp>
        <p:nvSpPr>
          <p:cNvPr id="1819" name="Google Shape;1819;p328" descr="Shape&#10;&#10;Description automatically generated with low confidence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20" name="Google Shape;1820;p328"/>
          <p:cNvCxnSpPr/>
          <p:nvPr/>
        </p:nvCxnSpPr>
        <p:spPr>
          <a:xfrm>
            <a:off x="777369" y="2062045"/>
            <a:ext cx="0" cy="1882258"/>
          </a:xfrm>
          <a:prstGeom prst="straightConnector1">
            <a:avLst/>
          </a:prstGeom>
          <a:noFill/>
          <a:ln w="38100" cap="flat" cmpd="sng">
            <a:solidFill>
              <a:srgbClr val="22366A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1821" name="Google Shape;1821;p328" descr="A picture containing indoor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 l="20443" r="22451"/>
          <a:stretch/>
        </p:blipFill>
        <p:spPr>
          <a:xfrm>
            <a:off x="5353758" y="1004593"/>
            <a:ext cx="2781568" cy="3247434"/>
          </a:xfrm>
          <a:prstGeom prst="rect">
            <a:avLst/>
          </a:prstGeom>
          <a:noFill/>
          <a:ln w="28575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822" name="Google Shape;1822;p328"/>
          <p:cNvSpPr txBox="1">
            <a:spLocks noGrp="1"/>
          </p:cNvSpPr>
          <p:nvPr>
            <p:ph type="body" idx="1"/>
          </p:nvPr>
        </p:nvSpPr>
        <p:spPr>
          <a:xfrm>
            <a:off x="912063" y="2052267"/>
            <a:ext cx="3673884" cy="18822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Symbols"/>
              <a:buChar char="▪"/>
              <a:defRPr sz="1500" b="0" i="1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23" name="Google Shape;1823;p328"/>
          <p:cNvSpPr txBox="1">
            <a:spLocks noGrp="1"/>
          </p:cNvSpPr>
          <p:nvPr>
            <p:ph type="title"/>
          </p:nvPr>
        </p:nvSpPr>
        <p:spPr>
          <a:xfrm>
            <a:off x="912063" y="1246189"/>
            <a:ext cx="3673884" cy="58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2366A"/>
              </a:buClr>
              <a:buSzPts val="1800"/>
              <a:buFont typeface="Public Sans"/>
              <a:buNone/>
              <a:defRPr sz="2800" b="1" i="0" u="none" strike="noStrike" cap="none">
                <a:solidFill>
                  <a:srgbClr val="22366A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1_Caption btCKij3Zla0=">
    <p:spTree>
      <p:nvGrpSpPr>
        <p:cNvPr id="1" name="Shape 18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25" name="Google Shape;1825;p329" descr="A picture containing graphical user interface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26" name="Google Shape;1826;p329" descr="Shape&#10;&#10;Description automatically generated with low confidence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bg>
      <p:bgPr>
        <a:solidFill>
          <a:srgbClr val="FD892C"/>
        </a:solidFill>
        <a:effectLst/>
      </p:bgPr>
    </p:bg>
    <p:spTree>
      <p:nvGrpSpPr>
        <p:cNvPr id="1" name="Shape 182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26.xml"/><Relationship Id="rId117" Type="http://schemas.openxmlformats.org/officeDocument/2006/relationships/slideLayout" Target="../slideLayouts/slideLayout117.xml"/><Relationship Id="rId21" Type="http://schemas.openxmlformats.org/officeDocument/2006/relationships/slideLayout" Target="../slideLayouts/slideLayout21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63" Type="http://schemas.openxmlformats.org/officeDocument/2006/relationships/slideLayout" Target="../slideLayouts/slideLayout63.xml"/><Relationship Id="rId68" Type="http://schemas.openxmlformats.org/officeDocument/2006/relationships/slideLayout" Target="../slideLayouts/slideLayout68.xml"/><Relationship Id="rId84" Type="http://schemas.openxmlformats.org/officeDocument/2006/relationships/slideLayout" Target="../slideLayouts/slideLayout84.xml"/><Relationship Id="rId89" Type="http://schemas.openxmlformats.org/officeDocument/2006/relationships/slideLayout" Target="../slideLayouts/slideLayout89.xml"/><Relationship Id="rId112" Type="http://schemas.openxmlformats.org/officeDocument/2006/relationships/slideLayout" Target="../slideLayouts/slideLayout112.xml"/><Relationship Id="rId16" Type="http://schemas.openxmlformats.org/officeDocument/2006/relationships/slideLayout" Target="../slideLayouts/slideLayout16.xml"/><Relationship Id="rId107" Type="http://schemas.openxmlformats.org/officeDocument/2006/relationships/slideLayout" Target="../slideLayouts/slideLayout107.xml"/><Relationship Id="rId11" Type="http://schemas.openxmlformats.org/officeDocument/2006/relationships/slideLayout" Target="../slideLayouts/slideLayout11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74" Type="http://schemas.openxmlformats.org/officeDocument/2006/relationships/slideLayout" Target="../slideLayouts/slideLayout74.xml"/><Relationship Id="rId79" Type="http://schemas.openxmlformats.org/officeDocument/2006/relationships/slideLayout" Target="../slideLayouts/slideLayout79.xml"/><Relationship Id="rId102" Type="http://schemas.openxmlformats.org/officeDocument/2006/relationships/slideLayout" Target="../slideLayouts/slideLayout102.xml"/><Relationship Id="rId5" Type="http://schemas.openxmlformats.org/officeDocument/2006/relationships/slideLayout" Target="../slideLayouts/slideLayout5.xml"/><Relationship Id="rId90" Type="http://schemas.openxmlformats.org/officeDocument/2006/relationships/slideLayout" Target="../slideLayouts/slideLayout90.xml"/><Relationship Id="rId95" Type="http://schemas.openxmlformats.org/officeDocument/2006/relationships/slideLayout" Target="../slideLayouts/slideLayout95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64" Type="http://schemas.openxmlformats.org/officeDocument/2006/relationships/slideLayout" Target="../slideLayouts/slideLayout64.xml"/><Relationship Id="rId69" Type="http://schemas.openxmlformats.org/officeDocument/2006/relationships/slideLayout" Target="../slideLayouts/slideLayout69.xml"/><Relationship Id="rId113" Type="http://schemas.openxmlformats.org/officeDocument/2006/relationships/slideLayout" Target="../slideLayouts/slideLayout113.xml"/><Relationship Id="rId118" Type="http://schemas.openxmlformats.org/officeDocument/2006/relationships/theme" Target="../theme/theme1.xml"/><Relationship Id="rId80" Type="http://schemas.openxmlformats.org/officeDocument/2006/relationships/slideLayout" Target="../slideLayouts/slideLayout80.xml"/><Relationship Id="rId85" Type="http://schemas.openxmlformats.org/officeDocument/2006/relationships/slideLayout" Target="../slideLayouts/slideLayout85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59" Type="http://schemas.openxmlformats.org/officeDocument/2006/relationships/slideLayout" Target="../slideLayouts/slideLayout59.xml"/><Relationship Id="rId103" Type="http://schemas.openxmlformats.org/officeDocument/2006/relationships/slideLayout" Target="../slideLayouts/slideLayout103.xml"/><Relationship Id="rId108" Type="http://schemas.openxmlformats.org/officeDocument/2006/relationships/slideLayout" Target="../slideLayouts/slideLayout108.xml"/><Relationship Id="rId54" Type="http://schemas.openxmlformats.org/officeDocument/2006/relationships/slideLayout" Target="../slideLayouts/slideLayout54.xml"/><Relationship Id="rId70" Type="http://schemas.openxmlformats.org/officeDocument/2006/relationships/slideLayout" Target="../slideLayouts/slideLayout70.xml"/><Relationship Id="rId75" Type="http://schemas.openxmlformats.org/officeDocument/2006/relationships/slideLayout" Target="../slideLayouts/slideLayout75.xml"/><Relationship Id="rId91" Type="http://schemas.openxmlformats.org/officeDocument/2006/relationships/slideLayout" Target="../slideLayouts/slideLayout91.xml"/><Relationship Id="rId96" Type="http://schemas.openxmlformats.org/officeDocument/2006/relationships/slideLayout" Target="../slideLayouts/slideLayout9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49" Type="http://schemas.openxmlformats.org/officeDocument/2006/relationships/slideLayout" Target="../slideLayouts/slideLayout49.xml"/><Relationship Id="rId114" Type="http://schemas.openxmlformats.org/officeDocument/2006/relationships/slideLayout" Target="../slideLayouts/slideLayout114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65" Type="http://schemas.openxmlformats.org/officeDocument/2006/relationships/slideLayout" Target="../slideLayouts/slideLayout65.xml"/><Relationship Id="rId73" Type="http://schemas.openxmlformats.org/officeDocument/2006/relationships/slideLayout" Target="../slideLayouts/slideLayout73.xml"/><Relationship Id="rId78" Type="http://schemas.openxmlformats.org/officeDocument/2006/relationships/slideLayout" Target="../slideLayouts/slideLayout78.xml"/><Relationship Id="rId81" Type="http://schemas.openxmlformats.org/officeDocument/2006/relationships/slideLayout" Target="../slideLayouts/slideLayout81.xml"/><Relationship Id="rId86" Type="http://schemas.openxmlformats.org/officeDocument/2006/relationships/slideLayout" Target="../slideLayouts/slideLayout86.xml"/><Relationship Id="rId94" Type="http://schemas.openxmlformats.org/officeDocument/2006/relationships/slideLayout" Target="../slideLayouts/slideLayout94.xml"/><Relationship Id="rId99" Type="http://schemas.openxmlformats.org/officeDocument/2006/relationships/slideLayout" Target="../slideLayouts/slideLayout99.xml"/><Relationship Id="rId101" Type="http://schemas.openxmlformats.org/officeDocument/2006/relationships/slideLayout" Target="../slideLayouts/slideLayout10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9" Type="http://schemas.openxmlformats.org/officeDocument/2006/relationships/slideLayout" Target="../slideLayouts/slideLayout39.xml"/><Relationship Id="rId109" Type="http://schemas.openxmlformats.org/officeDocument/2006/relationships/slideLayout" Target="../slideLayouts/slideLayout109.xml"/><Relationship Id="rId34" Type="http://schemas.openxmlformats.org/officeDocument/2006/relationships/slideLayout" Target="../slideLayouts/slideLayout34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6" Type="http://schemas.openxmlformats.org/officeDocument/2006/relationships/slideLayout" Target="../slideLayouts/slideLayout76.xml"/><Relationship Id="rId97" Type="http://schemas.openxmlformats.org/officeDocument/2006/relationships/slideLayout" Target="../slideLayouts/slideLayout97.xml"/><Relationship Id="rId104" Type="http://schemas.openxmlformats.org/officeDocument/2006/relationships/slideLayout" Target="../slideLayouts/slideLayout104.xml"/><Relationship Id="rId7" Type="http://schemas.openxmlformats.org/officeDocument/2006/relationships/slideLayout" Target="../slideLayouts/slideLayout7.xml"/><Relationship Id="rId71" Type="http://schemas.openxmlformats.org/officeDocument/2006/relationships/slideLayout" Target="../slideLayouts/slideLayout71.xml"/><Relationship Id="rId92" Type="http://schemas.openxmlformats.org/officeDocument/2006/relationships/slideLayout" Target="../slideLayouts/slideLayout92.xml"/><Relationship Id="rId2" Type="http://schemas.openxmlformats.org/officeDocument/2006/relationships/slideLayout" Target="../slideLayouts/slideLayout2.xml"/><Relationship Id="rId29" Type="http://schemas.openxmlformats.org/officeDocument/2006/relationships/slideLayout" Target="../slideLayouts/slideLayout29.xml"/><Relationship Id="rId24" Type="http://schemas.openxmlformats.org/officeDocument/2006/relationships/slideLayout" Target="../slideLayouts/slideLayout24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66" Type="http://schemas.openxmlformats.org/officeDocument/2006/relationships/slideLayout" Target="../slideLayouts/slideLayout66.xml"/><Relationship Id="rId87" Type="http://schemas.openxmlformats.org/officeDocument/2006/relationships/slideLayout" Target="../slideLayouts/slideLayout87.xml"/><Relationship Id="rId110" Type="http://schemas.openxmlformats.org/officeDocument/2006/relationships/slideLayout" Target="../slideLayouts/slideLayout110.xml"/><Relationship Id="rId115" Type="http://schemas.openxmlformats.org/officeDocument/2006/relationships/slideLayout" Target="../slideLayouts/slideLayout115.xml"/><Relationship Id="rId61" Type="http://schemas.openxmlformats.org/officeDocument/2006/relationships/slideLayout" Target="../slideLayouts/slideLayout61.xml"/><Relationship Id="rId82" Type="http://schemas.openxmlformats.org/officeDocument/2006/relationships/slideLayout" Target="../slideLayouts/slideLayout82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56" Type="http://schemas.openxmlformats.org/officeDocument/2006/relationships/slideLayout" Target="../slideLayouts/slideLayout56.xml"/><Relationship Id="rId77" Type="http://schemas.openxmlformats.org/officeDocument/2006/relationships/slideLayout" Target="../slideLayouts/slideLayout77.xml"/><Relationship Id="rId100" Type="http://schemas.openxmlformats.org/officeDocument/2006/relationships/slideLayout" Target="../slideLayouts/slideLayout100.xml"/><Relationship Id="rId105" Type="http://schemas.openxmlformats.org/officeDocument/2006/relationships/slideLayout" Target="../slideLayouts/slideLayout105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72" Type="http://schemas.openxmlformats.org/officeDocument/2006/relationships/slideLayout" Target="../slideLayouts/slideLayout72.xml"/><Relationship Id="rId93" Type="http://schemas.openxmlformats.org/officeDocument/2006/relationships/slideLayout" Target="../slideLayouts/slideLayout93.xml"/><Relationship Id="rId98" Type="http://schemas.openxmlformats.org/officeDocument/2006/relationships/slideLayout" Target="../slideLayouts/slideLayout98.xml"/><Relationship Id="rId3" Type="http://schemas.openxmlformats.org/officeDocument/2006/relationships/slideLayout" Target="../slideLayouts/slideLayout3.xml"/><Relationship Id="rId25" Type="http://schemas.openxmlformats.org/officeDocument/2006/relationships/slideLayout" Target="../slideLayouts/slideLayout25.xml"/><Relationship Id="rId46" Type="http://schemas.openxmlformats.org/officeDocument/2006/relationships/slideLayout" Target="../slideLayouts/slideLayout46.xml"/><Relationship Id="rId67" Type="http://schemas.openxmlformats.org/officeDocument/2006/relationships/slideLayout" Target="../slideLayouts/slideLayout67.xml"/><Relationship Id="rId116" Type="http://schemas.openxmlformats.org/officeDocument/2006/relationships/slideLayout" Target="../slideLayouts/slideLayout11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62" Type="http://schemas.openxmlformats.org/officeDocument/2006/relationships/slideLayout" Target="../slideLayouts/slideLayout62.xml"/><Relationship Id="rId83" Type="http://schemas.openxmlformats.org/officeDocument/2006/relationships/slideLayout" Target="../slideLayouts/slideLayout83.xml"/><Relationship Id="rId88" Type="http://schemas.openxmlformats.org/officeDocument/2006/relationships/slideLayout" Target="../slideLayouts/slideLayout88.xml"/><Relationship Id="rId111" Type="http://schemas.openxmlformats.org/officeDocument/2006/relationships/slideLayout" Target="../slideLayouts/slideLayout111.xml"/><Relationship Id="rId15" Type="http://schemas.openxmlformats.org/officeDocument/2006/relationships/slideLayout" Target="../slideLayouts/slideLayout15.xml"/><Relationship Id="rId36" Type="http://schemas.openxmlformats.org/officeDocument/2006/relationships/slideLayout" Target="../slideLayouts/slideLayout36.xml"/><Relationship Id="rId57" Type="http://schemas.openxmlformats.org/officeDocument/2006/relationships/slideLayout" Target="../slideLayouts/slideLayout57.xml"/><Relationship Id="rId106" Type="http://schemas.openxmlformats.org/officeDocument/2006/relationships/slideLayout" Target="../slideLayouts/slideLayout10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  <p:sldLayoutId id="2147483683" r:id="rId35"/>
    <p:sldLayoutId id="2147483684" r:id="rId36"/>
    <p:sldLayoutId id="2147483685" r:id="rId37"/>
    <p:sldLayoutId id="2147483686" r:id="rId38"/>
    <p:sldLayoutId id="2147483687" r:id="rId39"/>
    <p:sldLayoutId id="2147483688" r:id="rId40"/>
    <p:sldLayoutId id="2147483689" r:id="rId41"/>
    <p:sldLayoutId id="2147483690" r:id="rId42"/>
    <p:sldLayoutId id="2147483691" r:id="rId43"/>
    <p:sldLayoutId id="2147483692" r:id="rId44"/>
    <p:sldLayoutId id="2147483693" r:id="rId45"/>
    <p:sldLayoutId id="2147483694" r:id="rId46"/>
    <p:sldLayoutId id="2147483695" r:id="rId47"/>
    <p:sldLayoutId id="2147483696" r:id="rId48"/>
    <p:sldLayoutId id="2147483697" r:id="rId49"/>
    <p:sldLayoutId id="2147483698" r:id="rId50"/>
    <p:sldLayoutId id="2147483699" r:id="rId51"/>
    <p:sldLayoutId id="2147483700" r:id="rId52"/>
    <p:sldLayoutId id="2147483701" r:id="rId53"/>
    <p:sldLayoutId id="2147483702" r:id="rId54"/>
    <p:sldLayoutId id="2147483703" r:id="rId55"/>
    <p:sldLayoutId id="2147483704" r:id="rId56"/>
    <p:sldLayoutId id="2147483705" r:id="rId57"/>
    <p:sldLayoutId id="2147483706" r:id="rId58"/>
    <p:sldLayoutId id="2147483707" r:id="rId59"/>
    <p:sldLayoutId id="2147483708" r:id="rId60"/>
    <p:sldLayoutId id="2147483709" r:id="rId61"/>
    <p:sldLayoutId id="2147483710" r:id="rId62"/>
    <p:sldLayoutId id="2147483711" r:id="rId63"/>
    <p:sldLayoutId id="2147483712" r:id="rId64"/>
    <p:sldLayoutId id="2147483713" r:id="rId65"/>
    <p:sldLayoutId id="2147483714" r:id="rId66"/>
    <p:sldLayoutId id="2147483715" r:id="rId67"/>
    <p:sldLayoutId id="2147483716" r:id="rId68"/>
    <p:sldLayoutId id="2147483717" r:id="rId69"/>
    <p:sldLayoutId id="2147483718" r:id="rId70"/>
    <p:sldLayoutId id="2147483719" r:id="rId71"/>
    <p:sldLayoutId id="2147483720" r:id="rId72"/>
    <p:sldLayoutId id="2147483721" r:id="rId73"/>
    <p:sldLayoutId id="2147483722" r:id="rId74"/>
    <p:sldLayoutId id="2147483723" r:id="rId75"/>
    <p:sldLayoutId id="2147483724" r:id="rId76"/>
    <p:sldLayoutId id="2147483725" r:id="rId77"/>
    <p:sldLayoutId id="2147483726" r:id="rId78"/>
    <p:sldLayoutId id="2147483727" r:id="rId79"/>
    <p:sldLayoutId id="2147483728" r:id="rId80"/>
    <p:sldLayoutId id="2147483729" r:id="rId81"/>
    <p:sldLayoutId id="2147483730" r:id="rId82"/>
    <p:sldLayoutId id="2147483731" r:id="rId83"/>
    <p:sldLayoutId id="2147483732" r:id="rId84"/>
    <p:sldLayoutId id="2147483733" r:id="rId85"/>
    <p:sldLayoutId id="2147483734" r:id="rId86"/>
    <p:sldLayoutId id="2147483735" r:id="rId87"/>
    <p:sldLayoutId id="2147483736" r:id="rId88"/>
    <p:sldLayoutId id="2147483737" r:id="rId89"/>
    <p:sldLayoutId id="2147483738" r:id="rId90"/>
    <p:sldLayoutId id="2147483739" r:id="rId91"/>
    <p:sldLayoutId id="2147483740" r:id="rId92"/>
    <p:sldLayoutId id="2147483741" r:id="rId93"/>
    <p:sldLayoutId id="2147483742" r:id="rId94"/>
    <p:sldLayoutId id="2147483743" r:id="rId95"/>
    <p:sldLayoutId id="2147483744" r:id="rId96"/>
    <p:sldLayoutId id="2147483745" r:id="rId97"/>
    <p:sldLayoutId id="2147483746" r:id="rId98"/>
    <p:sldLayoutId id="2147483747" r:id="rId99"/>
    <p:sldLayoutId id="2147483748" r:id="rId100"/>
    <p:sldLayoutId id="2147483749" r:id="rId101"/>
    <p:sldLayoutId id="2147483750" r:id="rId102"/>
    <p:sldLayoutId id="2147483751" r:id="rId103"/>
    <p:sldLayoutId id="2147483752" r:id="rId104"/>
    <p:sldLayoutId id="2147483753" r:id="rId105"/>
    <p:sldLayoutId id="2147483754" r:id="rId106"/>
    <p:sldLayoutId id="2147483755" r:id="rId107"/>
    <p:sldLayoutId id="2147483756" r:id="rId108"/>
    <p:sldLayoutId id="2147483757" r:id="rId109"/>
    <p:sldLayoutId id="2147483758" r:id="rId110"/>
    <p:sldLayoutId id="2147483759" r:id="rId111"/>
    <p:sldLayoutId id="2147483760" r:id="rId112"/>
    <p:sldLayoutId id="2147483761" r:id="rId113"/>
    <p:sldLayoutId id="2147483762" r:id="rId114"/>
    <p:sldLayoutId id="2147483763" r:id="rId115"/>
    <p:sldLayoutId id="2147483764" r:id="rId116"/>
    <p:sldLayoutId id="2147483765" r:id="rId1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2" name="Google Shape;1832;p209"/>
          <p:cNvSpPr txBox="1">
            <a:spLocks noGrp="1"/>
          </p:cNvSpPr>
          <p:nvPr>
            <p:ph type="body" idx="1"/>
          </p:nvPr>
        </p:nvSpPr>
        <p:spPr>
          <a:xfrm>
            <a:off x="261255" y="2640951"/>
            <a:ext cx="3689422" cy="440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 smtClean="0"/>
              <a:t>“</a:t>
            </a:r>
            <a:r>
              <a:rPr lang="en-US" smtClean="0"/>
              <a:t>Developer’s portfolio</a:t>
            </a:r>
            <a:r>
              <a:rPr lang="en-US" smtClean="0"/>
              <a:t>”</a:t>
            </a:r>
            <a:endParaRPr/>
          </a:p>
        </p:txBody>
      </p:sp>
      <p:sp>
        <p:nvSpPr>
          <p:cNvPr id="1833" name="Google Shape;1833;p209"/>
          <p:cNvSpPr txBox="1">
            <a:spLocks noGrp="1"/>
          </p:cNvSpPr>
          <p:nvPr>
            <p:ph type="body" idx="1"/>
          </p:nvPr>
        </p:nvSpPr>
        <p:spPr>
          <a:xfrm>
            <a:off x="261267" y="3361376"/>
            <a:ext cx="3689400" cy="44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Task - 2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9" name="Google Shape;1839;p210"/>
          <p:cNvSpPr txBox="1">
            <a:spLocks noGrp="1"/>
          </p:cNvSpPr>
          <p:nvPr>
            <p:ph type="title"/>
          </p:nvPr>
        </p:nvSpPr>
        <p:spPr>
          <a:xfrm>
            <a:off x="144711" y="810810"/>
            <a:ext cx="3421450" cy="344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Public Sans"/>
              <a:buNone/>
            </a:pPr>
            <a:r>
              <a:rPr lang="en-US" sz="1829">
                <a:solidFill>
                  <a:schemeClr val="lt2"/>
                </a:solidFill>
                <a:latin typeface="EB Garamond"/>
                <a:ea typeface="EB Garamond"/>
                <a:cs typeface="EB Garamond"/>
                <a:sym typeface="EB Garamond"/>
              </a:rPr>
              <a:t>Your Project Name</a:t>
            </a:r>
            <a:endParaRPr sz="1829">
              <a:solidFill>
                <a:schemeClr val="lt2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840" name="Google Shape;1840;p210"/>
          <p:cNvSpPr txBox="1">
            <a:spLocks noGrp="1"/>
          </p:cNvSpPr>
          <p:nvPr>
            <p:ph type="body" idx="1"/>
          </p:nvPr>
        </p:nvSpPr>
        <p:spPr>
          <a:xfrm>
            <a:off x="144710" y="1295658"/>
            <a:ext cx="4548587" cy="30364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EB Garamond Medium"/>
              <a:buChar char="▪"/>
            </a:pPr>
            <a:r>
              <a:rPr lang="en-US">
                <a:latin typeface="EB Garamond Medium"/>
                <a:ea typeface="EB Garamond Medium"/>
                <a:cs typeface="EB Garamond Medium"/>
                <a:sym typeface="EB Garamond Medium"/>
              </a:rPr>
              <a:t>Your Project Introduction</a:t>
            </a:r>
            <a:endParaRPr>
              <a:latin typeface="EB Garamond Medium"/>
              <a:ea typeface="EB Garamond Medium"/>
              <a:cs typeface="EB Garamond Medium"/>
              <a:sym typeface="EB Garamond Medium"/>
            </a:endParaRPr>
          </a:p>
        </p:txBody>
      </p:sp>
      <p:pic>
        <p:nvPicPr>
          <p:cNvPr id="1841" name="Google Shape;1841;p2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267275" y="242113"/>
            <a:ext cx="9144000" cy="51435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842" name="Google Shape;1842;p210"/>
          <p:cNvGraphicFramePr/>
          <p:nvPr>
            <p:extLst>
              <p:ext uri="{D42A27DB-BD31-4B8C-83A1-F6EECF244321}">
                <p14:modId xmlns:p14="http://schemas.microsoft.com/office/powerpoint/2010/main" val="1993906259"/>
              </p:ext>
            </p:extLst>
          </p:nvPr>
        </p:nvGraphicFramePr>
        <p:xfrm>
          <a:off x="0" y="3362725"/>
          <a:ext cx="4693297" cy="792420"/>
        </p:xfrm>
        <a:graphic>
          <a:graphicData uri="http://schemas.openxmlformats.org/drawingml/2006/table">
            <a:tbl>
              <a:tblPr>
                <a:noFill/>
                <a:tableStyleId>{AFB34F24-CCF5-4C2B-9C55-B4EA74F4B75A}</a:tableStyleId>
              </a:tblPr>
              <a:tblGrid>
                <a:gridCol w="1838739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961499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893059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3962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 dirty="0">
                          <a:solidFill>
                            <a:srgbClr val="C88C32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Student Name</a:t>
                      </a:r>
                      <a:endParaRPr b="1" dirty="0">
                        <a:solidFill>
                          <a:srgbClr val="C88C32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>
                          <a:solidFill>
                            <a:srgbClr val="C88C32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Campus Name </a:t>
                      </a:r>
                      <a:endParaRPr b="1">
                        <a:solidFill>
                          <a:srgbClr val="C88C32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 dirty="0">
                          <a:solidFill>
                            <a:srgbClr val="C88C32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Batch</a:t>
                      </a:r>
                      <a:endParaRPr b="1" dirty="0">
                        <a:solidFill>
                          <a:srgbClr val="C88C32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dirty="0" smtClean="0"/>
                        <a:t>Mayush</a:t>
                      </a:r>
                      <a:r>
                        <a:rPr lang="en-IN" baseline="0" dirty="0" smtClean="0"/>
                        <a:t> Kumar Raaz</a:t>
                      </a:r>
                      <a:endParaRPr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dirty="0"/>
                        <a:t>GD </a:t>
                      </a:r>
                      <a:r>
                        <a:rPr lang="en-IN" dirty="0" err="1"/>
                        <a:t>Goenka</a:t>
                      </a:r>
                      <a:r>
                        <a:rPr lang="en-IN" dirty="0"/>
                        <a:t> University </a:t>
                      </a:r>
                      <a:endParaRPr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dirty="0" smtClean="0"/>
                        <a:t>2022-24 </a:t>
                      </a:r>
                      <a:endParaRPr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7" name="Google Shape;1847;g2139dc51b5f_0_0"/>
          <p:cNvSpPr txBox="1">
            <a:spLocks noGrp="1"/>
          </p:cNvSpPr>
          <p:nvPr>
            <p:ph type="body" idx="1"/>
          </p:nvPr>
        </p:nvSpPr>
        <p:spPr>
          <a:xfrm>
            <a:off x="481875" y="590130"/>
            <a:ext cx="6891900" cy="107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0320" lvl="0" indent="-635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rgbClr val="0B5394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Do database modelling, create models and create various APIs</a:t>
            </a:r>
            <a:br>
              <a:rPr lang="en-US" sz="1200">
                <a:solidFill>
                  <a:srgbClr val="0B5394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</a:br>
            <a:endParaRPr sz="1600" b="1" i="0" u="none" strike="noStrike" cap="none">
              <a:solidFill>
                <a:srgbClr val="0B5394"/>
              </a:solidFill>
              <a:latin typeface="EB Garamond Medium"/>
              <a:ea typeface="EB Garamond Medium"/>
              <a:cs typeface="EB Garamond Medium"/>
              <a:sym typeface="EB Garamond Medium"/>
            </a:endParaRPr>
          </a:p>
          <a:p>
            <a:pPr marL="457200" lvl="0" indent="-317500" algn="l" rtl="0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B Garamond"/>
              <a:buChar char="▪"/>
            </a:pPr>
            <a:r>
              <a:rPr lang="en-US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Design schema for all the data to be stored</a:t>
            </a:r>
            <a:endParaRPr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marL="457200" lvl="0" indent="-317500" algn="l" rtl="0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B Garamond"/>
              <a:buChar char="▪"/>
            </a:pPr>
            <a:r>
              <a:rPr lang="en-US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Start mongodb local server and point the backend to the server</a:t>
            </a:r>
            <a:endParaRPr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marL="457200" lvl="0" indent="-317500" algn="l" rtl="0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B Garamond"/>
              <a:buChar char="▪"/>
            </a:pPr>
            <a:r>
              <a:rPr lang="en-US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Define all the routes for the backend</a:t>
            </a:r>
            <a:endParaRPr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marL="457200" lvl="0" indent="-317500" algn="l" rtl="0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B Garamond"/>
              <a:buChar char="▪"/>
            </a:pPr>
            <a:r>
              <a:rPr lang="en-US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Add authentication middleware</a:t>
            </a:r>
            <a:endParaRPr sz="17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848" name="Google Shape;1848;g2139dc51b5f_0_0"/>
          <p:cNvSpPr txBox="1">
            <a:spLocks noGrp="1"/>
          </p:cNvSpPr>
          <p:nvPr>
            <p:ph type="body" idx="2"/>
          </p:nvPr>
        </p:nvSpPr>
        <p:spPr>
          <a:xfrm>
            <a:off x="489450" y="3352029"/>
            <a:ext cx="704850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17500" algn="l" rtl="0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B Garamond Medium"/>
              <a:buChar char="▪"/>
            </a:pPr>
            <a:r>
              <a:rPr lang="en-US" dirty="0">
                <a:solidFill>
                  <a:schemeClr val="dk1"/>
                </a:solidFill>
                <a:latin typeface="EB Garamond Medium"/>
                <a:ea typeface="EB Garamond Medium"/>
                <a:cs typeface="EB Garamond Medium"/>
                <a:sym typeface="EB Garamond Medium"/>
              </a:rPr>
              <a:t>Understanding </a:t>
            </a:r>
            <a:r>
              <a:rPr lang="en-US" dirty="0" err="1">
                <a:solidFill>
                  <a:schemeClr val="dk1"/>
                </a:solidFill>
                <a:latin typeface="EB Garamond Medium"/>
                <a:ea typeface="EB Garamond Medium"/>
                <a:cs typeface="EB Garamond Medium"/>
                <a:sym typeface="EB Garamond Medium"/>
              </a:rPr>
              <a:t>Nosql</a:t>
            </a:r>
            <a:r>
              <a:rPr lang="en-US" dirty="0">
                <a:solidFill>
                  <a:schemeClr val="dk1"/>
                </a:solidFill>
                <a:latin typeface="EB Garamond Medium"/>
                <a:ea typeface="EB Garamond Medium"/>
                <a:cs typeface="EB Garamond Medium"/>
                <a:sym typeface="EB Garamond Medium"/>
              </a:rPr>
              <a:t> databases modeling</a:t>
            </a:r>
            <a:endParaRPr dirty="0">
              <a:solidFill>
                <a:schemeClr val="dk1"/>
              </a:solidFill>
              <a:latin typeface="EB Garamond Medium"/>
              <a:ea typeface="EB Garamond Medium"/>
              <a:cs typeface="EB Garamond Medium"/>
              <a:sym typeface="EB Garamond Medium"/>
            </a:endParaRPr>
          </a:p>
          <a:p>
            <a:pPr marL="457200" lvl="0" indent="-317500" algn="l" rtl="0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B Garamond Medium"/>
              <a:buChar char="▪"/>
            </a:pPr>
            <a:r>
              <a:rPr lang="en-US" dirty="0">
                <a:solidFill>
                  <a:schemeClr val="dk1"/>
                </a:solidFill>
                <a:latin typeface="EB Garamond Medium"/>
                <a:ea typeface="EB Garamond Medium"/>
                <a:cs typeface="EB Garamond Medium"/>
                <a:sym typeface="EB Garamond Medium"/>
              </a:rPr>
              <a:t>Querying and filtering </a:t>
            </a:r>
            <a:r>
              <a:rPr lang="en-US" dirty="0" err="1">
                <a:solidFill>
                  <a:schemeClr val="dk1"/>
                </a:solidFill>
                <a:latin typeface="EB Garamond Medium"/>
                <a:ea typeface="EB Garamond Medium"/>
                <a:cs typeface="EB Garamond Medium"/>
                <a:sym typeface="EB Garamond Medium"/>
              </a:rPr>
              <a:t>mongodb</a:t>
            </a:r>
            <a:endParaRPr dirty="0">
              <a:solidFill>
                <a:schemeClr val="dk1"/>
              </a:solidFill>
              <a:latin typeface="EB Garamond Medium"/>
              <a:ea typeface="EB Garamond Medium"/>
              <a:cs typeface="EB Garamond Medium"/>
              <a:sym typeface="EB Garamond Medium"/>
            </a:endParaRPr>
          </a:p>
          <a:p>
            <a:pPr marL="457200" lvl="0" indent="-317500" algn="l" rtl="0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B Garamond Medium"/>
              <a:buChar char="▪"/>
            </a:pPr>
            <a:r>
              <a:rPr lang="en-US" dirty="0">
                <a:solidFill>
                  <a:schemeClr val="dk1"/>
                </a:solidFill>
                <a:latin typeface="EB Garamond Medium"/>
                <a:ea typeface="EB Garamond Medium"/>
                <a:cs typeface="EB Garamond Medium"/>
                <a:sym typeface="EB Garamond Medium"/>
              </a:rPr>
              <a:t>Understanding various </a:t>
            </a:r>
            <a:r>
              <a:rPr lang="en-US" dirty="0" err="1">
                <a:solidFill>
                  <a:schemeClr val="dk1"/>
                </a:solidFill>
                <a:latin typeface="EB Garamond Medium"/>
                <a:ea typeface="EB Garamond Medium"/>
                <a:cs typeface="EB Garamond Medium"/>
                <a:sym typeface="EB Garamond Medium"/>
              </a:rPr>
              <a:t>req</a:t>
            </a:r>
            <a:r>
              <a:rPr lang="en-US" dirty="0">
                <a:solidFill>
                  <a:schemeClr val="dk1"/>
                </a:solidFill>
                <a:latin typeface="EB Garamond Medium"/>
                <a:ea typeface="EB Garamond Medium"/>
                <a:cs typeface="EB Garamond Medium"/>
                <a:sym typeface="EB Garamond Medium"/>
              </a:rPr>
              <a:t> methods</a:t>
            </a:r>
            <a:endParaRPr dirty="0">
              <a:solidFill>
                <a:schemeClr val="dk1"/>
              </a:solidFill>
              <a:latin typeface="EB Garamond Medium"/>
              <a:ea typeface="EB Garamond Medium"/>
              <a:cs typeface="EB Garamond Medium"/>
              <a:sym typeface="EB Garamond Medium"/>
            </a:endParaRPr>
          </a:p>
          <a:p>
            <a:pPr marL="457200" lvl="0" indent="-317500" algn="l" rtl="0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B Garamond Medium"/>
              <a:buChar char="▪"/>
            </a:pPr>
            <a:r>
              <a:rPr lang="en-US" dirty="0">
                <a:solidFill>
                  <a:schemeClr val="dk1"/>
                </a:solidFill>
                <a:latin typeface="EB Garamond Medium"/>
                <a:ea typeface="EB Garamond Medium"/>
                <a:cs typeface="EB Garamond Medium"/>
                <a:sym typeface="EB Garamond Medium"/>
              </a:rPr>
              <a:t>Getting familiar with cookies </a:t>
            </a:r>
            <a:endParaRPr dirty="0">
              <a:solidFill>
                <a:schemeClr val="dk1"/>
              </a:solidFill>
              <a:latin typeface="EB Garamond Medium"/>
              <a:ea typeface="EB Garamond Medium"/>
              <a:cs typeface="EB Garamond Medium"/>
              <a:sym typeface="EB Garamond Medium"/>
            </a:endParaRPr>
          </a:p>
          <a:p>
            <a:pPr marL="457200" lvl="0" indent="-317500" algn="l" rtl="0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B Garamond Medium"/>
              <a:buChar char="▪"/>
            </a:pPr>
            <a:r>
              <a:rPr lang="en-US" dirty="0">
                <a:solidFill>
                  <a:schemeClr val="dk1"/>
                </a:solidFill>
                <a:latin typeface="EB Garamond Medium"/>
                <a:ea typeface="EB Garamond Medium"/>
                <a:cs typeface="EB Garamond Medium"/>
                <a:sym typeface="EB Garamond Medium"/>
              </a:rPr>
              <a:t>Server side authentication</a:t>
            </a:r>
            <a:endParaRPr sz="1600" dirty="0">
              <a:solidFill>
                <a:schemeClr val="dk1"/>
              </a:solidFill>
              <a:latin typeface="EB Garamond Medium"/>
              <a:ea typeface="EB Garamond Medium"/>
              <a:cs typeface="EB Garamond Medium"/>
              <a:sym typeface="EB Garamond Medium"/>
            </a:endParaRPr>
          </a:p>
        </p:txBody>
      </p:sp>
      <p:sp>
        <p:nvSpPr>
          <p:cNvPr id="1849" name="Google Shape;1849;g2139dc51b5f_0_0"/>
          <p:cNvSpPr txBox="1"/>
          <p:nvPr/>
        </p:nvSpPr>
        <p:spPr>
          <a:xfrm>
            <a:off x="489475" y="2268555"/>
            <a:ext cx="4593600" cy="31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B Garamond Medium"/>
              <a:buChar char="●"/>
            </a:pPr>
            <a:r>
              <a:rPr lang="en-US" sz="1400" b="0" i="0" u="none" strike="noStrike" cap="none">
                <a:solidFill>
                  <a:schemeClr val="dk1"/>
                </a:solidFill>
                <a:latin typeface="EB Garamond Medium"/>
                <a:ea typeface="EB Garamond Medium"/>
                <a:cs typeface="EB Garamond Medium"/>
                <a:sym typeface="EB Garamond Medium"/>
              </a:rPr>
              <a:t>100% Completion of the above tasks</a:t>
            </a:r>
            <a:endParaRPr sz="1400" b="0" i="0" u="none" strike="noStrike" cap="none">
              <a:solidFill>
                <a:srgbClr val="000000"/>
              </a:solidFill>
              <a:latin typeface="EB Garamond Medium"/>
              <a:ea typeface="EB Garamond Medium"/>
              <a:cs typeface="EB Garamond Medium"/>
              <a:sym typeface="EB Garamond Medium"/>
            </a:endParaRPr>
          </a:p>
        </p:txBody>
      </p:sp>
      <p:sp>
        <p:nvSpPr>
          <p:cNvPr id="1850" name="Google Shape;1850;g2139dc51b5f_0_0"/>
          <p:cNvSpPr txBox="1"/>
          <p:nvPr/>
        </p:nvSpPr>
        <p:spPr>
          <a:xfrm>
            <a:off x="445780" y="2977068"/>
            <a:ext cx="2629800" cy="31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800" b="1" i="0" u="none" strike="noStrike" cap="none">
                <a:solidFill>
                  <a:schemeClr val="lt2"/>
                </a:solidFill>
                <a:latin typeface="EB Garamond"/>
                <a:ea typeface="EB Garamond"/>
                <a:cs typeface="EB Garamond"/>
                <a:sym typeface="EB Garamond"/>
              </a:rPr>
              <a:t>Learning Outcome</a:t>
            </a:r>
            <a:endParaRPr sz="1800" b="1" i="0" u="none" strike="noStrike" cap="none">
              <a:solidFill>
                <a:srgbClr val="000000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851" name="Google Shape;1851;g2139dc51b5f_0_0"/>
          <p:cNvSpPr txBox="1"/>
          <p:nvPr/>
        </p:nvSpPr>
        <p:spPr>
          <a:xfrm>
            <a:off x="445779" y="237121"/>
            <a:ext cx="2629800" cy="31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0B5394"/>
                </a:solidFill>
                <a:latin typeface="EB Garamond"/>
                <a:ea typeface="EB Garamond"/>
                <a:cs typeface="EB Garamond"/>
                <a:sym typeface="EB Garamond"/>
              </a:rPr>
              <a:t>Task - 2</a:t>
            </a:r>
            <a:endParaRPr sz="1800" b="1" i="0" u="none" strike="noStrike" cap="none">
              <a:solidFill>
                <a:srgbClr val="0B5394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852" name="Google Shape;1852;g2139dc51b5f_0_0"/>
          <p:cNvSpPr txBox="1"/>
          <p:nvPr/>
        </p:nvSpPr>
        <p:spPr>
          <a:xfrm>
            <a:off x="489463" y="2028670"/>
            <a:ext cx="4593600" cy="31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200" i="0" u="none" strike="noStrike" cap="none">
                <a:solidFill>
                  <a:srgbClr val="0B5394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Evaluation Metric:</a:t>
            </a:r>
            <a:endParaRPr sz="1200" i="0" u="none" strike="noStrike" cap="none">
              <a:solidFill>
                <a:srgbClr val="0B5394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pic>
        <p:nvPicPr>
          <p:cNvPr id="1853" name="Google Shape;1853;g2139dc51b5f_0_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1270341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8" name="Google Shape;1858;g2139e008f02_0_0"/>
          <p:cNvSpPr txBox="1"/>
          <p:nvPr/>
        </p:nvSpPr>
        <p:spPr>
          <a:xfrm>
            <a:off x="445779" y="237121"/>
            <a:ext cx="2629800" cy="31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chemeClr val="dk2"/>
                </a:solidFill>
                <a:latin typeface="EB Garamond"/>
                <a:ea typeface="EB Garamond"/>
                <a:cs typeface="EB Garamond"/>
                <a:sym typeface="EB Garamond"/>
              </a:rPr>
              <a:t>Step-Wise Description</a:t>
            </a:r>
            <a:endParaRPr sz="1800" b="1" i="0" u="none" strike="noStrike" cap="none">
              <a:solidFill>
                <a:srgbClr val="000000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pic>
        <p:nvPicPr>
          <p:cNvPr id="1859" name="Google Shape;1859;g2139e008f02_0_0"/>
          <p:cNvPicPr preferRelativeResize="0"/>
          <p:nvPr/>
        </p:nvPicPr>
        <p:blipFill rotWithShape="1">
          <a:blip r:embed="rId3">
            <a:alphaModFix/>
          </a:blip>
          <a:srcRect l="-65210" t="3320" r="65210" b="-3320"/>
          <a:stretch/>
        </p:blipFill>
        <p:spPr>
          <a:xfrm>
            <a:off x="-4255325" y="204732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60" name="Google Shape;1860;g2139e008f02_0_0"/>
          <p:cNvSpPr txBox="1"/>
          <p:nvPr/>
        </p:nvSpPr>
        <p:spPr>
          <a:xfrm>
            <a:off x="546804" y="2927121"/>
            <a:ext cx="2629800" cy="31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chemeClr val="lt2"/>
                </a:solidFill>
                <a:latin typeface="EB Garamond"/>
                <a:ea typeface="EB Garamond"/>
                <a:cs typeface="EB Garamond"/>
                <a:sym typeface="EB Garamond"/>
              </a:rPr>
              <a:t>Summary of your task</a:t>
            </a:r>
            <a:endParaRPr sz="1800" b="1" i="0" u="none" strike="noStrike" cap="none">
              <a:solidFill>
                <a:schemeClr val="lt2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B689982C-7C5D-7539-E9DC-BB2CF2C3055F}"/>
              </a:ext>
            </a:extLst>
          </p:cNvPr>
          <p:cNvSpPr txBox="1"/>
          <p:nvPr/>
        </p:nvSpPr>
        <p:spPr>
          <a:xfrm>
            <a:off x="619932" y="728420"/>
            <a:ext cx="667977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Step 1: </a:t>
            </a:r>
            <a:r>
              <a:rPr lang="en-US" dirty="0" smtClean="0"/>
              <a:t>Install </a:t>
            </a:r>
            <a:r>
              <a:rPr lang="en-US" dirty="0" err="1"/>
              <a:t>Mongodb</a:t>
            </a:r>
            <a:r>
              <a:rPr lang="en-US" dirty="0"/>
              <a:t> in PC.</a:t>
            </a:r>
          </a:p>
          <a:p>
            <a:r>
              <a:rPr lang="en-US" dirty="0"/>
              <a:t>Step 2: </a:t>
            </a:r>
            <a:r>
              <a:rPr lang="en-US" dirty="0" smtClean="0"/>
              <a:t>Create Database in </a:t>
            </a:r>
            <a:r>
              <a:rPr lang="en-US" dirty="0" err="1"/>
              <a:t>mongodb</a:t>
            </a:r>
            <a:r>
              <a:rPr lang="en-US" dirty="0"/>
              <a:t>.</a:t>
            </a:r>
          </a:p>
          <a:p>
            <a:r>
              <a:rPr lang="en-US" dirty="0"/>
              <a:t>Step 3: </a:t>
            </a:r>
            <a:r>
              <a:rPr lang="en-US" dirty="0" smtClean="0"/>
              <a:t>Insert </a:t>
            </a:r>
            <a:r>
              <a:rPr lang="en-US" dirty="0" smtClean="0"/>
              <a:t>10 </a:t>
            </a:r>
            <a:r>
              <a:rPr lang="en-US" dirty="0"/>
              <a:t>different </a:t>
            </a:r>
            <a:r>
              <a:rPr lang="en-IN" dirty="0"/>
              <a:t>value</a:t>
            </a:r>
            <a:r>
              <a:rPr lang="en-US" dirty="0"/>
              <a:t>s in collection.</a:t>
            </a:r>
          </a:p>
          <a:p>
            <a:r>
              <a:rPr lang="en-US" dirty="0"/>
              <a:t>Step 4: </a:t>
            </a:r>
            <a:r>
              <a:rPr lang="en-US" dirty="0" smtClean="0"/>
              <a:t>Create </a:t>
            </a:r>
            <a:r>
              <a:rPr lang="en-US" dirty="0"/>
              <a:t>a repository in </a:t>
            </a:r>
            <a:r>
              <a:rPr lang="en-US" dirty="0" err="1"/>
              <a:t>github</a:t>
            </a:r>
            <a:r>
              <a:rPr lang="en-US" dirty="0"/>
              <a:t>.</a:t>
            </a:r>
          </a:p>
          <a:p>
            <a:r>
              <a:rPr lang="en-US" dirty="0"/>
              <a:t>Step 5: Uploaded the </a:t>
            </a:r>
            <a:r>
              <a:rPr lang="en-US" dirty="0" err="1"/>
              <a:t>mongodb</a:t>
            </a:r>
            <a:r>
              <a:rPr lang="en-US" dirty="0"/>
              <a:t> collection to repository in </a:t>
            </a:r>
            <a:r>
              <a:rPr lang="en-US" dirty="0" err="1"/>
              <a:t>github</a:t>
            </a:r>
            <a:r>
              <a:rPr lang="en-US" dirty="0"/>
              <a:t>.</a:t>
            </a:r>
          </a:p>
          <a:p>
            <a:r>
              <a:rPr lang="en-US" dirty="0"/>
              <a:t>Step 6: Copied the repository link to the ppt.</a:t>
            </a: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49AE9155-989D-E99A-D999-20E9F11546C8}"/>
              </a:ext>
            </a:extLst>
          </p:cNvPr>
          <p:cNvSpPr txBox="1"/>
          <p:nvPr/>
        </p:nvSpPr>
        <p:spPr>
          <a:xfrm>
            <a:off x="545767" y="3366847"/>
            <a:ext cx="52616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Installe</a:t>
            </a:r>
            <a:r>
              <a:rPr lang="en-US" dirty="0" smtClean="0"/>
              <a:t> </a:t>
            </a:r>
            <a:r>
              <a:rPr lang="en-US" dirty="0" err="1"/>
              <a:t>mongodb</a:t>
            </a:r>
            <a:r>
              <a:rPr lang="en-US" dirty="0"/>
              <a:t>, </a:t>
            </a:r>
            <a:r>
              <a:rPr lang="en-US" dirty="0" smtClean="0"/>
              <a:t>Create Database, </a:t>
            </a:r>
            <a:r>
              <a:rPr lang="en-US" dirty="0" err="1" smtClean="0"/>
              <a:t>uploade</a:t>
            </a:r>
            <a:r>
              <a:rPr lang="en-US" dirty="0" smtClean="0"/>
              <a:t> </a:t>
            </a:r>
            <a:r>
              <a:rPr lang="en-US" dirty="0"/>
              <a:t>on </a:t>
            </a:r>
            <a:r>
              <a:rPr lang="en-US" dirty="0" err="1"/>
              <a:t>github</a:t>
            </a:r>
            <a:r>
              <a:rPr lang="en-US" dirty="0"/>
              <a:t> repository and copied the repository link to the ppt.</a:t>
            </a:r>
            <a:endParaRPr lang="en-IN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5" name="Google Shape;1865;g2139dc51b5f_0_1833"/>
          <p:cNvSpPr txBox="1"/>
          <p:nvPr/>
        </p:nvSpPr>
        <p:spPr>
          <a:xfrm>
            <a:off x="193300" y="125175"/>
            <a:ext cx="31263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chemeClr val="lt2"/>
                </a:solidFill>
                <a:latin typeface="EB Garamond"/>
                <a:ea typeface="EB Garamond"/>
                <a:cs typeface="EB Garamond"/>
                <a:sym typeface="EB Garamond"/>
              </a:rPr>
              <a:t>Assessment Parameter</a:t>
            </a:r>
            <a:endParaRPr sz="2400" b="1" i="0" u="none" strike="noStrike" cap="none">
              <a:solidFill>
                <a:schemeClr val="lt2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866" name="Google Shape;1866;g2139dc51b5f_0_1833"/>
          <p:cNvSpPr txBox="1"/>
          <p:nvPr/>
        </p:nvSpPr>
        <p:spPr>
          <a:xfrm>
            <a:off x="3719246" y="2264415"/>
            <a:ext cx="17148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223669"/>
                </a:solidFill>
                <a:latin typeface="EB Garamond"/>
                <a:ea typeface="EB Garamond"/>
                <a:cs typeface="EB Garamond"/>
                <a:sym typeface="EB Garamond"/>
              </a:rPr>
              <a:t>Check-List</a:t>
            </a:r>
            <a:endParaRPr sz="1800" b="1">
              <a:solidFill>
                <a:srgbClr val="223669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867" name="Google Shape;1867;g2139dc51b5f_0_1833"/>
          <p:cNvSpPr txBox="1"/>
          <p:nvPr/>
        </p:nvSpPr>
        <p:spPr>
          <a:xfrm>
            <a:off x="817135" y="961109"/>
            <a:ext cx="17148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000000"/>
                </a:solidFill>
                <a:latin typeface="EB Garamond"/>
                <a:ea typeface="EB Garamond"/>
                <a:cs typeface="EB Garamond"/>
                <a:sym typeface="EB Garamond"/>
              </a:rPr>
              <a:t>Design Schema for data to be stored</a:t>
            </a:r>
            <a:endParaRPr sz="1000">
              <a:solidFill>
                <a:srgbClr val="000000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868" name="Google Shape;1868;g2139dc51b5f_0_1833"/>
          <p:cNvSpPr txBox="1"/>
          <p:nvPr/>
        </p:nvSpPr>
        <p:spPr>
          <a:xfrm>
            <a:off x="318626" y="2188625"/>
            <a:ext cx="20301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000000"/>
                </a:solidFill>
                <a:latin typeface="EB Garamond"/>
                <a:ea typeface="EB Garamond"/>
                <a:cs typeface="EB Garamond"/>
                <a:sym typeface="EB Garamond"/>
              </a:rPr>
              <a:t>Set mongodb server on localhost</a:t>
            </a:r>
            <a:endParaRPr sz="1000">
              <a:solidFill>
                <a:srgbClr val="000000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869" name="Google Shape;1869;g2139dc51b5f_0_1833"/>
          <p:cNvSpPr txBox="1"/>
          <p:nvPr/>
        </p:nvSpPr>
        <p:spPr>
          <a:xfrm>
            <a:off x="803908" y="3448851"/>
            <a:ext cx="17148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000000"/>
                </a:solidFill>
                <a:latin typeface="EB Garamond"/>
                <a:ea typeface="EB Garamond"/>
                <a:cs typeface="EB Garamond"/>
                <a:sym typeface="EB Garamond"/>
              </a:rPr>
              <a:t>Add dummy data with schema in mongodb server</a:t>
            </a:r>
            <a:endParaRPr sz="1000">
              <a:solidFill>
                <a:srgbClr val="000000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870" name="Google Shape;1870;g2139dc51b5f_0_1833"/>
          <p:cNvSpPr txBox="1"/>
          <p:nvPr/>
        </p:nvSpPr>
        <p:spPr>
          <a:xfrm>
            <a:off x="1798245" y="4258551"/>
            <a:ext cx="17148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000000"/>
                </a:solidFill>
                <a:latin typeface="EB Garamond"/>
                <a:ea typeface="EB Garamond"/>
                <a:cs typeface="EB Garamond"/>
                <a:sym typeface="EB Garamond"/>
              </a:rPr>
              <a:t>Run some test queries to test the server</a:t>
            </a:r>
            <a:endParaRPr sz="1000">
              <a:solidFill>
                <a:srgbClr val="000000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871" name="Google Shape;1871;g2139dc51b5f_0_1833"/>
          <p:cNvSpPr txBox="1"/>
          <p:nvPr/>
        </p:nvSpPr>
        <p:spPr>
          <a:xfrm>
            <a:off x="6615525" y="961100"/>
            <a:ext cx="23172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000000"/>
                </a:solidFill>
                <a:latin typeface="EB Garamond"/>
                <a:ea typeface="EB Garamond"/>
                <a:cs typeface="EB Garamond"/>
                <a:sym typeface="EB Garamond"/>
              </a:rPr>
              <a:t>Point all routes with a appropriate controllers to control request and response</a:t>
            </a:r>
            <a:endParaRPr sz="1000">
              <a:solidFill>
                <a:srgbClr val="000000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872" name="Google Shape;1872;g2139dc51b5f_0_1833"/>
          <p:cNvSpPr txBox="1"/>
          <p:nvPr/>
        </p:nvSpPr>
        <p:spPr>
          <a:xfrm>
            <a:off x="6787150" y="2188625"/>
            <a:ext cx="19068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000000"/>
                </a:solidFill>
                <a:latin typeface="EB Garamond"/>
                <a:ea typeface="EB Garamond"/>
                <a:cs typeface="EB Garamond"/>
                <a:sym typeface="EB Garamond"/>
              </a:rPr>
              <a:t>Add authentication middleware to all protected routes</a:t>
            </a:r>
            <a:endParaRPr sz="1000">
              <a:solidFill>
                <a:srgbClr val="000000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873" name="Google Shape;1873;g2139dc51b5f_0_1833"/>
          <p:cNvSpPr txBox="1"/>
          <p:nvPr/>
        </p:nvSpPr>
        <p:spPr>
          <a:xfrm>
            <a:off x="6602289" y="3448851"/>
            <a:ext cx="17148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000000"/>
                </a:solidFill>
                <a:latin typeface="EB Garamond"/>
                <a:ea typeface="EB Garamond"/>
                <a:cs typeface="EB Garamond"/>
                <a:sym typeface="EB Garamond"/>
              </a:rPr>
              <a:t>Filter and santize all the incoming data in http requests</a:t>
            </a:r>
            <a:endParaRPr sz="1000">
              <a:solidFill>
                <a:srgbClr val="000000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874" name="Google Shape;1874;g2139dc51b5f_0_1833"/>
          <p:cNvSpPr txBox="1"/>
          <p:nvPr/>
        </p:nvSpPr>
        <p:spPr>
          <a:xfrm>
            <a:off x="5584940" y="4258551"/>
            <a:ext cx="17148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000000"/>
                </a:solidFill>
                <a:latin typeface="EB Garamond"/>
                <a:ea typeface="EB Garamond"/>
                <a:cs typeface="EB Garamond"/>
                <a:sym typeface="EB Garamond"/>
              </a:rPr>
              <a:t>Set up secure environment variables for secret keys</a:t>
            </a:r>
            <a:endParaRPr sz="1000">
              <a:solidFill>
                <a:srgbClr val="000000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9" name="Google Shape;1879;p212"/>
          <p:cNvSpPr txBox="1">
            <a:spLocks noGrp="1"/>
          </p:cNvSpPr>
          <p:nvPr>
            <p:ph type="body" idx="1"/>
          </p:nvPr>
        </p:nvSpPr>
        <p:spPr>
          <a:xfrm>
            <a:off x="2634216" y="802314"/>
            <a:ext cx="4016956" cy="449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rPr lang="en-US"/>
              <a:t>Submission Github</a:t>
            </a:r>
            <a:endParaRPr/>
          </a:p>
        </p:txBody>
      </p:sp>
      <p:sp>
        <p:nvSpPr>
          <p:cNvPr id="1880" name="Google Shape;1880;p212"/>
          <p:cNvSpPr txBox="1">
            <a:spLocks noGrp="1"/>
          </p:cNvSpPr>
          <p:nvPr>
            <p:ph type="body" idx="2"/>
          </p:nvPr>
        </p:nvSpPr>
        <p:spPr>
          <a:xfrm>
            <a:off x="4089330" y="2112419"/>
            <a:ext cx="2722200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lvl="0" indent="0"/>
            <a:r>
              <a:rPr lang="en-US" dirty="0">
                <a:solidFill>
                  <a:srgbClr val="BD8738"/>
                </a:solidFill>
              </a:rPr>
              <a:t>https://github.com/MayuMehta/Mongodb.git</a:t>
            </a:r>
            <a:endParaRPr b="0" i="0" dirty="0">
              <a:solidFill>
                <a:srgbClr val="BD8738"/>
              </a:solidFill>
              <a:latin typeface="EB Garamond SemiBold"/>
              <a:ea typeface="EB Garamond SemiBold"/>
              <a:cs typeface="EB Garamond SemiBold"/>
              <a:sym typeface="EB Garamond SemiBold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85" name="Google Shape;1885;p2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unstone 01">
      <a:dk1>
        <a:srgbClr val="000000"/>
      </a:dk1>
      <a:lt1>
        <a:srgbClr val="FFFFFF"/>
      </a:lt1>
      <a:dk2>
        <a:srgbClr val="223669"/>
      </a:dk2>
      <a:lt2>
        <a:srgbClr val="C88C32"/>
      </a:lt2>
      <a:accent1>
        <a:srgbClr val="822836"/>
      </a:accent1>
      <a:accent2>
        <a:srgbClr val="446512"/>
      </a:accent2>
      <a:accent3>
        <a:srgbClr val="413271"/>
      </a:accent3>
      <a:accent4>
        <a:srgbClr val="176B9D"/>
      </a:accent4>
      <a:accent5>
        <a:srgbClr val="FFFFFF"/>
      </a:accent5>
      <a:accent6>
        <a:srgbClr val="FFFFFF"/>
      </a:accent6>
      <a:hlink>
        <a:srgbClr val="FFFFFF"/>
      </a:hlink>
      <a:folHlink>
        <a:srgbClr val="FFFF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218</Words>
  <Application>Microsoft Office PowerPoint</Application>
  <PresentationFormat>On-screen Show (16:9)</PresentationFormat>
  <Paragraphs>45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7" baseType="lpstr">
      <vt:lpstr>EB Garamond</vt:lpstr>
      <vt:lpstr>Public Sans</vt:lpstr>
      <vt:lpstr>arial</vt:lpstr>
      <vt:lpstr>Calibri</vt:lpstr>
      <vt:lpstr>Noto Sans Symbols</vt:lpstr>
      <vt:lpstr>EB Garamond Medium</vt:lpstr>
      <vt:lpstr>Montserrat ExtraBold</vt:lpstr>
      <vt:lpstr>arial</vt:lpstr>
      <vt:lpstr>EB Garamond SemiBold</vt:lpstr>
      <vt:lpstr>Simple Light</vt:lpstr>
      <vt:lpstr>PowerPoint Presentation</vt:lpstr>
      <vt:lpstr>Your Project Name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Dr Manish Sharma</dc:creator>
  <cp:lastModifiedBy>mayush mehta</cp:lastModifiedBy>
  <cp:revision>4</cp:revision>
  <dcterms:created xsi:type="dcterms:W3CDTF">2020-08-13T11:21:46Z</dcterms:created>
  <dcterms:modified xsi:type="dcterms:W3CDTF">2023-04-20T06:48:57Z</dcterms:modified>
</cp:coreProperties>
</file>